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2.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notesSlides/notesSlide3.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6.xml" ContentType="application/vnd.openxmlformats-officedocument.presentationml.notesSlide+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7.xml" ContentType="application/vnd.openxmlformats-officedocument.presentationml.notesSlide+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notesSlides/notesSlide8.xml" ContentType="application/vnd.openxmlformats-officedocument.presentationml.notesSlide+xml"/>
  <Override PartName="/ppt/ink/ink36.xml" ContentType="application/inkml+xml"/>
  <Override PartName="/ppt/ink/ink37.xml" ContentType="application/inkml+xml"/>
  <Override PartName="/ppt/ink/ink3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5" r:id="rId9"/>
    <p:sldId id="264" r:id="rId10"/>
    <p:sldId id="266" r:id="rId11"/>
  </p:sldIdLst>
  <p:sldSz cx="12192000" cy="6858000"/>
  <p:notesSz cx="6858000" cy="12192000"/>
  <p:embeddedFontLst>
    <p:embeddedFont>
      <p:font typeface="Public Sans Bold" panose="020B0604020202020204" charset="0"/>
      <p:regular r:id="rId13"/>
    </p:embeddedFont>
    <p:embeddedFont>
      <p:font typeface="Public Sans Light" panose="020B0604020202020204" charset="0"/>
      <p:regular r:id="rId14"/>
    </p:embeddedFont>
    <p:embeddedFont>
      <p:font typeface="Source Serif 4"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2:25.820"/>
    </inkml:context>
    <inkml:brush xml:id="br0">
      <inkml:brushProperty name="width" value="0.35" units="cm"/>
      <inkml:brushProperty name="height" value="0.35" units="cm"/>
      <inkml:brushProperty name="color" value="#FFFFFF"/>
    </inkml:brush>
  </inkml:definitions>
  <inkml:trace contextRef="#ctx0" brushRef="#br0">0 0 24520,'236'258'0,"1079"-258"0,-1551-258 0,-1079 258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2:30.367"/>
    </inkml:context>
    <inkml:brush xml:id="br0">
      <inkml:brushProperty name="width" value="0.35" units="cm"/>
      <inkml:brushProperty name="height" value="0.35" units="cm"/>
      <inkml:brushProperty name="color" value="#FFFFFF"/>
    </inkml:brush>
  </inkml:definitions>
  <inkml:trace contextRef="#ctx0" brushRef="#br0">1193 0 24575,'-5'4'0,"-1"0"0,0-1 0,0 0 0,-1 0 0,1-1 0,0 1 0,-1-1 0,0-1 0,1 1 0,-12 0 0,-18 6 0,-9 8 0,32-11 0,0 0 0,0-1 0,0 0 0,0-1 0,-21 2 0,2-4 0,1 0 0,0 1 0,-1 1 0,2 2 0,-1 1 0,-31 10 0,39-10 0,0-1 0,-1 0 0,1-2 0,-1-1 0,1-2 0,-42-2 0,36 0 0,0 2 0,-1 1 0,-50 8 0,31-1-82,0-3 0,0-2 0,-64-3 0,62 0-955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2:31.828"/>
    </inkml:context>
    <inkml:brush xml:id="br0">
      <inkml:brushProperty name="width" value="0.35" units="cm"/>
      <inkml:brushProperty name="height" value="0.35" units="cm"/>
      <inkml:brushProperty name="color" value="#FFFFFF"/>
    </inkml:brush>
  </inkml:definitions>
  <inkml:trace contextRef="#ctx0" brushRef="#br0">1297 1 24575,'-140'-1'0,"-393"18"0,507-15 0,4 0 0,1 0 0,-1 0 0,1 2 0,0 1 0,1 1 0,-1 0 0,1 2 0,-24 12 0,-54 42 0,61-37 0,0-2 0,-2-1 0,-59 24 0,21-20-1365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2:33.880"/>
    </inkml:context>
    <inkml:brush xml:id="br0">
      <inkml:brushProperty name="width" value="0.35" units="cm"/>
      <inkml:brushProperty name="height" value="0.35" units="cm"/>
      <inkml:brushProperty name="color" value="#FFFFFF"/>
    </inkml:brush>
  </inkml:definitions>
  <inkml:trace contextRef="#ctx0" brushRef="#br0">0 1 24575,'66'-1'0,"75"3"0,-70 10 0,-52-7 0,1-2 0,27 3 0,13-6 0,-33-1 0,-1 1 0,1 2 0,35 6 0,-18 0 0,54 2 0,25 4 0,-61-6 0,0-3 0,116-6 0,-65-1 0,534 2-1365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2:35.857"/>
    </inkml:context>
    <inkml:brush xml:id="br0">
      <inkml:brushProperty name="width" value="0.35" units="cm"/>
      <inkml:brushProperty name="height" value="0.35" units="cm"/>
      <inkml:brushProperty name="color" value="#FFFFFF"/>
    </inkml:brush>
  </inkml:definitions>
  <inkml:trace contextRef="#ctx0" brushRef="#br0">0 1 24575,'935'0'0,"-921"0"-341,0 2 0,1-1-1,19 6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3T05:57:03.205"/>
    </inkml:context>
    <inkml:brush xml:id="br0">
      <inkml:brushProperty name="width" value="0.35" units="cm"/>
      <inkml:brushProperty name="height" value="0.35" units="cm"/>
      <inkml:brushProperty name="color" value="#FFFFFF"/>
    </inkml:brush>
  </inkml:definitions>
  <inkml:trace contextRef="#ctx0" brushRef="#br0">4119 678 24575,'-265'1'0,"-311"-2"0,-237-73 0,515 38 0,-135-29 0,90 10 0,-3 26 0,49 30 0,-82-3 0,363 1 0,-1-2 0,1 0 0,0-1 0,0 0 0,0-2 0,0 0 0,1 0 0,0-1 0,-27-18 0,17 7 0,1 0 0,1-2 0,0 0 0,-29-35 0,47 50 0,1-1 0,0 0 0,0 1 0,0-1 0,1 0 0,0-1 0,-3-8 0,5 13 0,0-1 0,1 1 0,-1-1 0,1 1 0,0-1 0,0 0 0,0 1 0,0-1 0,0 1 0,0-1 0,1 0 0,-1 1 0,1-1 0,0 1 0,0-1 0,0 1 0,0-1 0,0 1 0,0 0 0,1 0 0,-1-1 0,3-2 0,3-2 0,1 1 0,0-1 0,0 1 0,0 1 0,1-1 0,0 1 0,0 1 0,0 0 0,0 0 0,14-3 0,11-2 0,60-8 0,38 5 0,167 6 0,-191 7 0,189-2-150,1722 9-2987,-1526 9 2614,-2 32-1,-467-46 575,-9-1 99,-1 0-1,1 0 1,-1 1 0,0 1-1,0 0 1,-1 1 0,21 11-1,-33-15-109,1 0 0,0 0 0,-1 0 0,1 0 0,-1 1 0,0-1 0,1 0-1,-1 1 1,0-1 0,0 1 0,0 0 0,0-1 0,0 1 0,0 0 0,0 0-1,-1 0 1,1-1 0,-1 1 0,1 0 0,-1 0 0,0 0 0,1 0 0,-1 0 0,0 0-1,0 0 1,-1 0 0,1 0 0,0 0 0,-1 0 0,1-1 0,-1 1 0,1 0-1,-1 0 1,0 0 0,0-1 0,0 1 0,0 0 0,-1 1 0,-6 8 261,1-1 0,-1 0-1,-1 0 1,-13 12 0,17-17-275,-27 24-26,-1-1 0,-1-1 0,-2-3 0,0 0 0,-1-3 0,-2 0 0,-74 26 0,30-20 0,-1-4 0,-161 23 0,227-43 0,0 1 0,0 0 0,1 1 0,0 1 0,-19 10 0,-75 48 0,90-51 0,-225 139 0,224-135 0,22-17 0,0 1 0,0-1 0,0 0 0,0 0 0,-1 0 0,1 1 0,0-1 0,0 0 0,0 0 0,0 0 0,0 1 0,0-1 0,0 0 0,0 0 0,0 1 0,0-1 0,0 0 0,0 0 0,0 1 0,0-1 0,0 0 0,0 0 0,0 1 0,0-1 0,0 0 0,0 0 0,0 1 0,0-1 0,0 0 0,0 0 0,1 0 0,-1 1 0,0-1 0,0 0 0,0 0 0,0 0 0,1 1 0,-1-1 0,0 0 0,0 0 0,0 0 0,1 0 0,-1 1 0,5 0 0,0 0 0,0 0 0,0 0 0,0-1 0,1 0 0,8 0 0,20-1 81,151-8-1527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3T05:57:13.112"/>
    </inkml:context>
    <inkml:brush xml:id="br0">
      <inkml:brushProperty name="width" value="0.35" units="cm"/>
      <inkml:brushProperty name="height" value="0.35" units="cm"/>
      <inkml:brushProperty name="color" value="#FFFFFF"/>
    </inkml:brush>
  </inkml:definitions>
  <inkml:trace contextRef="#ctx0" brushRef="#br0">1402 841 24575,'0'6'0,"1"15"0,-2 1 0,-6 42 0,5-56 0,0-1 0,0 0 0,-1 1 0,0-1 0,0 0 0,-1 0 0,0 0 0,0-1 0,0 0 0,-1 1 0,-11 9 0,-7 6 0,-2-1 0,-45 30 0,54-41 0,-1-1 0,0 0 0,0-1 0,-1-1 0,-35 10 0,-15-6 0,-83 5 0,125-16 0,0-1 0,0-1 0,1-1 0,-1-1 0,1-1 0,0-2 0,0 0 0,1-2 0,0-1 0,-39-22 0,-13-13 0,-122-96 0,194 138 0,-31-23 0,0-2 0,2-2 0,1-1 0,-33-41 0,56 60 0,1 1 0,0-2 0,1 1 0,0-1 0,1 0 0,0 0 0,1 0 0,0-1 0,1 0 0,1 0 0,1 0 0,-1-1 0,2 1 0,0 0 0,1-1 0,3-27 0,9-8 0,1 1 0,3 1 0,37-80 0,-36 90 0,-7 14 0,1 0 0,1 1 0,22-33 0,-30 50 0,1 0 0,0 1 0,0-1 0,0 1 0,0 1 0,1-1 0,0 1 0,0-1 0,0 2 0,0-1 0,1 1 0,-1 0 0,1 0 0,0 1 0,0 0 0,0 0 0,12-1 0,6 0 0,1 2 0,-1 1 0,1 1 0,-1 1 0,1 1 0,41 11 0,-64-13 12,0-1-1,0 1 0,-1 0 1,1 0-1,0 1 1,-1-1-1,1 0 0,-1 1 1,1 0-1,-1-1 0,0 1 1,0 0-1,0 0 1,0 0-1,0 1 0,0-1 1,0 0-1,-1 1 0,1-1 1,-1 1-1,0 0 1,1-1-1,-1 1 0,-1 0 1,1 0-1,0-1 0,-1 1 1,1 0-1,-1 6 1,-1-2-168,0 1 1,0-1 0,-1 0 0,0 1 0,0-1 0,-1 0 0,0 0-1,0 0 1,-1-1 0,-5 9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8T03:38:05.649"/>
    </inkml:context>
    <inkml:brush xml:id="br0">
      <inkml:brushProperty name="width" value="0.35" units="cm"/>
      <inkml:brushProperty name="height" value="0.35" units="cm"/>
      <inkml:brushProperty name="color" value="#FFFFFF"/>
    </inkml:brush>
  </inkml:definitions>
  <inkml:trace contextRef="#ctx0" brushRef="#br0">1378 73 24575,'-29'-10'0,"4"0"0,-47-3 0,0 3 0,-100 0 0,-698 11 0,848-2 26,0-1 0,-34-8 0,19 3-1469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8T03:38:07.666"/>
    </inkml:context>
    <inkml:brush xml:id="br0">
      <inkml:brushProperty name="width" value="0.35" units="cm"/>
      <inkml:brushProperty name="height" value="0.35" units="cm"/>
      <inkml:brushProperty name="color" value="#FFFFFF"/>
    </inkml:brush>
  </inkml:definitions>
  <inkml:trace contextRef="#ctx0" brushRef="#br0">805 0 24575,'-7'1'0,"-1"1"0,1 0 0,0 0 0,0 0 0,0 1 0,0 0 0,-9 5 0,-8 3 0,-47 10 0,54-17 0,1 1 0,-1 0 0,-21 11 0,17-5 0,-1 0 0,-1-1 0,1-1 0,-2-1 0,1-2 0,-1 0 0,0-1 0,0-1 0,-35 0 0,-230-7-1365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8T03:38:08.770"/>
    </inkml:context>
    <inkml:brush xml:id="br0">
      <inkml:brushProperty name="width" value="0.35" units="cm"/>
      <inkml:brushProperty name="height" value="0.35" units="cm"/>
      <inkml:brushProperty name="color" value="#FFFFFF"/>
    </inkml:brush>
  </inkml:definitions>
  <inkml:trace contextRef="#ctx0" brushRef="#br0">0 0 24575,'1'3'0,"0"0"0,0 0 0,0 0 0,0 0 0,1-1 0,-1 1 0,1 0 0,0-1 0,-1 0 0,1 1 0,0-1 0,1 0 0,-1 0 0,0 0 0,1 0 0,2 2 0,5 4 0,12 10 0,1-1 0,1-1 0,36 19 0,35 23 0,199 157 0,-257-182 293,-32-27-501,1-1 1,0 1 0,0-1 0,0 0 0,1-1-1,0 1 1,13 5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8T03:38:09.531"/>
    </inkml:context>
    <inkml:brush xml:id="br0">
      <inkml:brushProperty name="width" value="0.35" units="cm"/>
      <inkml:brushProperty name="height" value="0.35" units="cm"/>
      <inkml:brushProperty name="color" value="#FFFFFF"/>
    </inkml:brush>
  </inkml:definitions>
  <inkml:trace contextRef="#ctx0" brushRef="#br0">1 1 24575,'0'4'0,"0"7"0,0 4 0,0 6 0,0 2 0,0 3 0,0 1 0,0 0 0,0 0 0,0-1 0,0 1 0,0-1 0,0 1 0,0-1 0,0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8T03:38:10.02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2:46.189"/>
    </inkml:context>
    <inkml:brush xml:id="br0">
      <inkml:brushProperty name="width" value="0.35" units="cm"/>
      <inkml:brushProperty name="height" value="0.35" units="cm"/>
      <inkml:brushProperty name="color" value="#FFFFFF"/>
    </inkml:brush>
  </inkml:definitions>
  <inkml:trace contextRef="#ctx0" brushRef="#br0">2578 0 24575,'-391'0'0,"369"1"0,0 2 0,-32 6 0,-29 4 0,62-11 0,-35 9 0,35-7 0,-37 5 0,25-6 0,1 2 0,-44 13 0,45-10 0,-1-1 0,-49 4 0,-34 2 0,-18 1 0,103-12 0,-46 9 0,47-6 0,-54 3 0,-410-9 0,474 0 0,0-1 0,-35-8 0,33 5 0,0 1 0,-25-1 0,24 3 0,1-1 0,-1-1 0,1 0 0,-21-9 0,22 7 0,-1 0 0,0 1 0,0 1 0,-27-1 0,27 3-116,1-1-1,-1 0 0,1-2 0,0 0 0,-29-12 1,34 12-549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2:48.479"/>
    </inkml:context>
    <inkml:brush xml:id="br0">
      <inkml:brushProperty name="width" value="0.35" units="cm"/>
      <inkml:brushProperty name="height" value="0.35" units="cm"/>
      <inkml:brushProperty name="color" value="#FFFFFF"/>
    </inkml:brush>
  </inkml:definitions>
  <inkml:trace contextRef="#ctx0" brushRef="#br0">1 1 24575,'1917'0'0,"-1891"1"0,0 2 0,31 6 0,-29-4 0,45 3 0,76-9 0,64 2 0,-151 12 0,-46-9 0,1-1 0,19 2 0,-24-4-341,0 1 0,0 0-1,17 5 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2:49.957"/>
    </inkml:context>
    <inkml:brush xml:id="br0">
      <inkml:brushProperty name="width" value="0.35" units="cm"/>
      <inkml:brushProperty name="height" value="0.35" units="cm"/>
      <inkml:brushProperty name="color" value="#FFFFFF"/>
    </inkml:brush>
  </inkml:definitions>
  <inkml:trace contextRef="#ctx0" brushRef="#br0">365 1 24575,'-4'0'0,"-7"0"0,-4 0 0,-6 0 0,-2 0 0,-3 0 0,-1 0 0,0 0 0,0 0 0,1 0 0,-1 0 0,1 0 0,-1 0 0,1 0 0,0 0 0,1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2:54.576"/>
    </inkml:context>
    <inkml:brush xml:id="br0">
      <inkml:brushProperty name="width" value="0.35" units="cm"/>
      <inkml:brushProperty name="height" value="0.35" units="cm"/>
      <inkml:brushProperty name="color" value="#FFFFFF"/>
    </inkml:brush>
  </inkml:definitions>
  <inkml:trace contextRef="#ctx0" brushRef="#br0">0 1 24575,'67'-1'0,"0"3"0,0 3 0,75 15 0,162 42 0,-248-53 0,0-2 0,0-3 0,1-2 0,60-5 0,-5 0 0,966 3 0,-1061 1 0,0 1 0,0 1 0,0 1 0,0 0 0,21 8 0,-19-5 0,-1-1 0,1-2 0,35 6 0,118-10 208,-85-1-1781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2:56.285"/>
    </inkml:context>
    <inkml:brush xml:id="br0">
      <inkml:brushProperty name="width" value="0.35" units="cm"/>
      <inkml:brushProperty name="height" value="0.35" units="cm"/>
      <inkml:brushProperty name="color" value="#FFFFFF"/>
    </inkml:brush>
  </inkml:definitions>
  <inkml:trace contextRef="#ctx0" brushRef="#br0">2256 83 24575,'-1341'0'0,"1300"-3"0,0-1 0,0-2 0,-72-21 0,74 16 0,-1 2 0,0 1 0,0 2 0,-42 0 0,-305 8 0,336-7-1365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2:59.232"/>
    </inkml:context>
    <inkml:brush xml:id="br0">
      <inkml:brushProperty name="width" value="0.35" units="cm"/>
      <inkml:brushProperty name="height" value="0.35" units="cm"/>
      <inkml:brushProperty name="color" value="#FFFFFF"/>
    </inkml:brush>
  </inkml:definitions>
  <inkml:trace contextRef="#ctx0" brushRef="#br0">1 0 24575,'493'0'-1365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8T03:38:53.055"/>
    </inkml:context>
    <inkml:brush xml:id="br0">
      <inkml:brushProperty name="width" value="0.35" units="cm"/>
      <inkml:brushProperty name="height" value="0.35" units="cm"/>
      <inkml:brushProperty name="color" value="#FFFFFF"/>
    </inkml:brush>
  </inkml:definitions>
  <inkml:trace contextRef="#ctx0" brushRef="#br0">2157 2240 24575,'46'-4'0,"0"-1"0,0-2 0,0-3 0,77-25 0,26-7 0,-4 4 0,-2-6 0,-2-6 0,199-101 0,-309 136 0,33-19 0,-60 28 0,-12 3 0,-19 1 0,25 2 0,-50 2 0,1 1 0,-1 3 0,-65 16 0,-150 53 0,157-42 0,84-26 0,-1-2 0,0 0 0,-32 0 0,505-9 0,-257 5 0,-178-1 0,0-1 0,-1 1 0,1 0 0,0 1 0,-1 0 0,1 0 0,-1 1 0,0 0 0,1 1 0,-1 0 0,0 1 0,13 6 0,-19-7 0,1-1 0,0 0 0,0 0 0,0 0 0,0 0 0,0-1 0,1 0 0,-1 0 0,0-1 0,1 1 0,-1-1 0,0-1 0,1 1 0,-1 0 0,0-1 0,1 0 0,-1-1 0,7-2 0,10-4 0,-1-1 0,0-1 0,20-14 0,4-2 0,-25 18 0,-15 6 0,0 1 0,-1-1 0,1-1 0,-1 1 0,0 0 0,1-1 0,-1 0 0,0 0 0,0 0 0,-1-1 0,5-4 0,-8 8 0,0-1 0,0 0 0,0 1 0,0-1 0,0 1 0,0-1 0,0 1 0,0-1 0,0 1 0,0-1 0,-1 0 0,1 1 0,0-1 0,0 1 0,-1-1 0,1 1 0,0 0 0,-1-1 0,1 1 0,0-1 0,-1 1 0,1 0 0,-1-1 0,1 1 0,-1 0 0,1-1 0,-1 1 0,1 0 0,-1 0 0,1-1 0,-1 1 0,1 0 0,-1 0 0,1 0 0,-1 0 0,1 0 0,-1 0 0,0 0 0,1 0 0,-1 0 0,0 0 0,-29-4 0,29 4 0,-120-3 0,67 3 0,-1-3 0,-62-10 0,114 12 0,-1 0 0,1 0 0,0 0 0,-1-1 0,1 1 0,0-1 0,0 0 0,0 0 0,0 0 0,1 0 0,-1 0 0,0-1 0,1 1 0,0-1 0,-1 1 0,1-1 0,0 0 0,0 0 0,1 0 0,-1 0 0,1-1 0,-1 1 0,1 0 0,0-1 0,0 1 0,1 0 0,-1-1 0,1 1 0,-1-1 0,1-3 0,0-13 0,0 1 0,2 1 0,0-1 0,6-24 0,60-280 0,-67 317 0,0 0 0,0 0 0,-1 0 0,1 0 0,-2-11 0,1 16 0,-1-1 0,1 1 0,-1-1 0,1 1 0,-1-1 0,1 1 0,-1-1 0,0 1 0,0-1 0,0 1 0,0 0 0,0 0 0,0-1 0,0 1 0,0 0 0,0 0 0,0 0 0,-1 0 0,1 0 0,-1 0 0,1 1 0,0-1 0,-1 0 0,1 1 0,-1-1 0,-2 0 0,-15-1 0,0 0 0,-1 1 0,1 1 0,0 0 0,-1 2 0,1 0 0,-30 8 0,24-5 0,-45 8 0,32-4 0,-1-3 0,0 0 0,-42-1 0,77-5 0,0 0 0,0-1 0,0 1 0,0-1 0,1 1 0,-1-1 0,0 0 0,0 0 0,1-1 0,-1 1 0,1-1 0,-1 0 0,1 0 0,0 0 0,0 0 0,-6-6 0,4 2 0,0-1 0,0-1 0,0 1 0,1-1 0,0 1 0,-4-14 0,5 15 0,1 0 0,-2 1 0,1-1 0,-1 1 0,0-1 0,0 1 0,0 0 0,0 1 0,-1-1 0,0 1 0,0 0 0,0 0 0,-1 0 0,1 1 0,-1 0 0,0 0 0,0 1 0,0-1 0,0 1 0,0 0 0,-10-1 0,-12-1 0,1 1 0,-1 2 0,-51 3 0,25 1 0,-534-2 0,575-1 0,0 0 0,0-1 0,0 0 0,0-2 0,0 1 0,-13-5 0,20 4 0,0 0 0,0 1 0,0-2 0,0 1 0,1-1 0,0 0 0,-1 0 0,1 0 0,1-1 0,-1 1 0,1-1 0,0-1 0,-7-9 0,4 2 0,0 0 0,1-1 0,0 0 0,1 0 0,0-1 0,1 1 0,1-1 0,0 0 0,1 0 0,1 0 0,1 0 0,0 0 0,0 0 0,2 0 0,0 0 0,0 0 0,2 0 0,-1 0 0,2 1 0,0 0 0,9-17 0,8-16 0,2 1 0,2 1 0,2 2 0,2 0 0,37-40 0,-58 73 0,5-7 0,2 1 0,-1 1 0,2 0 0,31-22 0,-45 38 0,-6 5 0,-6 8 0,-29 24 0,-81 60 0,56-49 0,-38 32 0,-4-5 0,-2-5 0,-124 61 0,15-31 0,174-84 0,0-3 0,-1-1 0,-59 10 0,88-22 0,0 0 0,1-1 0,-1 0 0,0-1 0,0-1 0,1 0 0,-1-1 0,1-1 0,-1 0 0,1-1 0,1 0 0,-1 0 0,1-2 0,0 0 0,0 0 0,1-1 0,-12-10 0,-8-9 0,1-1 0,2-1 0,1-2 0,-36-51 0,34 40 0,2-1 0,1-2 0,-32-77 0,46 89 0,1-1 0,2 0 0,1 0 0,2 0 0,1-1 0,0-44 0,4 54 0,0 10 0,0 1 0,1-1 0,1 0 0,1 0 0,0 1 0,0-1 0,6-15 0,-7 27 0,1 1 0,-1 0 0,1 0 0,-1 0 0,1 0 0,0 0 0,0 0 0,0 0 0,0 1 0,0-1 0,0 1 0,1-1 0,-1 1 0,0 0 0,1 0 0,-1 0 0,1 0 0,-1 0 0,1 1 0,-1-1 0,1 1 0,3 0 0,7-1 0,0 0 0,0 2 0,15 1 0,-22-1 0,1 0 0,0 0 0,0 0 0,0 1 0,0 0 0,0 0 0,-1 0 0,1 1 0,0 0 0,-1 1 0,0-1 0,0 1 0,0 1 0,0-1 0,-1 1 0,0 0 0,0 0 0,0 0 0,0 1 0,3 6 0,-2-2 0,-1-1 0,0 1 0,-1 0 0,-1 1 0,1-1 0,-1 1 0,-1-1 0,0 1 0,-1 0 0,0 0 0,0 0 0,-2 13 0,-1-4 0,-1 0 0,-1 1 0,0-1 0,-2 0 0,0-1 0,-1 0 0,-1 0 0,-1 0 0,-1-1 0,-12 18 0,0-6 0,0 0 0,-2-1 0,-2-1 0,-44 38 0,53-52 0,0-1 0,-20 12 0,31-21 0,1-1 0,-1 0 0,0-1 0,0 1 0,-1-1 0,1 0 0,-1 0 0,1-1 0,-1 0 0,-11 1 0,16-3 14,0 1 1,0 0-1,0 0 0,0-1 0,0 0 1,1 1-1,-1-1 0,0 0 0,0 0 0,0 1 1,1-2-1,-1 1 0,0 0 0,1 0 1,-1 0-1,1-1 0,-1 1 0,1-1 0,0 1 1,0-1-1,0 1 0,0-1 0,-1-2 1,-1-1-259,1 0 0,0-1 0,0 1 0,1-1 1,0 1-1,-1-10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8T03:38:55.280"/>
    </inkml:context>
    <inkml:brush xml:id="br0">
      <inkml:brushProperty name="width" value="0.35" units="cm"/>
      <inkml:brushProperty name="height" value="0.35" units="cm"/>
      <inkml:brushProperty name="color" value="#FFFFFF"/>
    </inkml:brush>
  </inkml:definitions>
  <inkml:trace contextRef="#ctx0" brushRef="#br0">1467 1 24575,'-15'0'0,"-53"0"0,-129 15 0,60 9 0,-278 41 0,278-50 0,-145-2 0,66-15-1365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3:05.223"/>
    </inkml:context>
    <inkml:brush xml:id="br0">
      <inkml:brushProperty name="width" value="0.35" units="cm"/>
      <inkml:brushProperty name="height" value="0.35" units="cm"/>
      <inkml:brushProperty name="color" value="#FFFFFF"/>
    </inkml:brush>
  </inkml:definitions>
  <inkml:trace contextRef="#ctx0" brushRef="#br0">0 26 24515,'2695'-26'0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3:07.850"/>
    </inkml:context>
    <inkml:brush xml:id="br0">
      <inkml:brushProperty name="width" value="0.35" units="cm"/>
      <inkml:brushProperty name="height" value="0.35" units="cm"/>
      <inkml:brushProperty name="color" value="#FFFFFF"/>
    </inkml:brush>
  </inkml:definitions>
  <inkml:trace contextRef="#ctx0" brushRef="#br0">1 54 24575,'650'0'0,"-622"-2"0,-1-1 0,0-1 0,48-14 0,-47 11 0,1 0 0,0 2 0,40-3 0,459 8 0,-228 2 0,-279-1 0,-1 2 0,1 0 0,0 1 0,30 11 0,-28-8 0,-1-1 0,1-1 0,33 3 0,-12-8 266,-31-1-592,0 1-1,0 1 1,0 0 0,16 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3:10.085"/>
    </inkml:context>
    <inkml:brush xml:id="br0">
      <inkml:brushProperty name="width" value="0.35" units="cm"/>
      <inkml:brushProperty name="height" value="0.35" units="cm"/>
      <inkml:brushProperty name="color" value="#FFFFFF"/>
    </inkml:brush>
  </inkml:definitions>
  <inkml:trace contextRef="#ctx0" brushRef="#br0">0 28 24575,'1268'0'0,"-1247"-1"0,-1-1 0,35-9 0,-34 7 0,1 0 0,24-1 0,398 4 217,-215 3-1799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8T03:39:00.129"/>
    </inkml:context>
    <inkml:brush xml:id="br0">
      <inkml:brushProperty name="width" value="0.35" units="cm"/>
      <inkml:brushProperty name="height" value="0.35" units="cm"/>
      <inkml:brushProperty name="color" value="#FFFFFF"/>
    </inkml:brush>
  </inkml:definitions>
  <inkml:trace contextRef="#ctx0" brushRef="#br0">2547 830 24575,'-1093'0'0,"1067"-3"0,26 3 0,0 0 0,0 0 0,0 0 0,-1 0 0,1 0 0,0 0 0,0 0 0,0 0 0,0 0 0,0 0 0,0 0 0,0 0 0,0 0 0,0-1 0,0 1 0,0 0 0,-1 0 0,1 0 0,0 0 0,0 0 0,0 0 0,0 0 0,0 0 0,0-1 0,0 1 0,0 0 0,0 0 0,0 0 0,0 0 0,0 0 0,0 0 0,0 0 0,0-1 0,0 1 0,0 0 0,0 0 0,0 0 0,0 0 0,0 0 0,0 0 0,1 0 0,-1 0 0,0 0 0,0-1 0,0 1 0,0 0 0,0 0 0,0 0 0,0 0 0,0 0 0,0 0 0,0 0 0,0 0 0,1 0 0,-1 0 0,0 0 0,0 0 0,18-9 0,339-95 0,10 23 0,-137 32 0,-60 13 0,-559 129 0,-23-36 0,-72-48 0,479-9 0,0 0 0,1-1 0,-1 1 0,1-1 0,-1 0 0,1-1 0,0 1 0,-6-3 0,9 3 0,0 0 0,0 1 0,0-1 0,0 0 0,0 0 0,0 0 0,0 0 0,0 0 0,0-1 0,1 1 0,-1 0 0,0 0 0,1 0 0,-1-1 0,1 1 0,0 0 0,-1-1 0,1 1 0,0 0 0,0-1 0,0 1 0,-1-1 0,1 1 0,1 0 0,-1-1 0,0 1 0,0 0 0,0-1 0,1 1 0,0-2 0,2-8 0,1 1 0,0 0 0,1 0 0,0 1 0,0-1 0,9-11 0,47-52 0,-10 11 0,-48 59 0,-1 0 0,0 0 0,0 0 0,0 0 0,0-1 0,0 1 0,-1-1 0,1 0 0,-1 1 0,0-1 0,0 0 0,-1 0 0,1 1 0,-1-6 0,0 6 0,-1 1 0,0 0 0,1 0 0,-1-1 0,0 1 0,0 0 0,0 0 0,-1 0 0,1 0 0,0 0 0,-1 1 0,1-1 0,-1 0 0,0 1 0,1-1 0,-1 1 0,0-1 0,0 1 0,0 0 0,0 0 0,0 0 0,-1 0 0,1 0 0,-4-1 0,-37-10 0,0 2 0,0 1 0,-85-4 0,70 7 0,-233-21 0,-342-42 0,610 65 0,10 3 0,-1-1 0,0-1 0,1 0 0,0-1 0,-17-7 0,30 9 0,7-1 0,13 0 0,155-5 0,166-12 0,-35-16 0,-222 22 0,130-41 0,-184 43 0,-24 7 0,-10 1 0,-15 2 0,-7 3 0,0 1 0,-1 1 0,1 1 0,-35 11 0,-99 38 0,78-19 0,40-16 0,-83 25 0,122-42 0,0-1 0,0 1 0,0 0 0,0-1 0,0 0 0,0 0 0,0 0 0,0 0 0,0 0 0,1 0 0,-1-1 0,0 1 0,0-1 0,0 0 0,-4-2 0,7 3 0,-1-1 0,0 1 0,1-1 0,-1 1 0,1-1 0,0 1 0,-1-1 0,1 1 0,-1-1 0,1 0 0,0 1 0,-1-1 0,1 0 0,0 1 0,0-1 0,0 0 0,-1 1 0,1-1 0,0 0 0,0 1 0,0-1 0,0 0 0,0 0 0,1-2 0,-1 1 0,1-1 0,0 1 0,0 0 0,0 0 0,0 0 0,0-1 0,0 1 0,0 0 0,3-2 0,27-32-1365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3:20.399"/>
    </inkml:context>
    <inkml:brush xml:id="br0">
      <inkml:brushProperty name="width" value="0.35" units="cm"/>
      <inkml:brushProperty name="height" value="0.35" units="cm"/>
      <inkml:brushProperty name="color" value="#FFFFFF"/>
    </inkml:brush>
  </inkml:definitions>
  <inkml:trace contextRef="#ctx0" brushRef="#br0">2671 81 24575,'-858'0'0,"830"-2"0,0-1 0,1-1 0,-48-14 0,47 11 0,-1 0 0,0 2 0,-37-2 0,42 6 0,-21 1 0,-1-3 0,-46-8 0,31 3 0,0 3 0,-120 6 0,69 1 0,-769-2-1365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3:23.296"/>
    </inkml:context>
    <inkml:brush xml:id="br0">
      <inkml:brushProperty name="width" value="0.35" units="cm"/>
      <inkml:brushProperty name="height" value="0.35" units="cm"/>
      <inkml:brushProperty name="color" value="#FFFFFF"/>
    </inkml:brush>
  </inkml:definitions>
  <inkml:trace contextRef="#ctx0" brushRef="#br0">1 82 24575,'52'0'0,"0"2"0,1-3 0,-1-2 0,102-20 0,-153 23 0,214-48 0,-163 42 0,0 3 0,75 5 0,-28 0 0,1610-2-1365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3:25.007"/>
    </inkml:context>
    <inkml:brush xml:id="br0">
      <inkml:brushProperty name="width" value="0.35" units="cm"/>
      <inkml:brushProperty name="height" value="0.35" units="cm"/>
      <inkml:brushProperty name="color" value="#FFFFFF"/>
    </inkml:brush>
  </inkml:definitions>
  <inkml:trace contextRef="#ctx0" brushRef="#br0">2127 1 24575,'-2126'0'-1365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8T03:39:10.353"/>
    </inkml:context>
    <inkml:brush xml:id="br0">
      <inkml:brushProperty name="width" value="0.35" units="cm"/>
      <inkml:brushProperty name="height" value="0.35" units="cm"/>
      <inkml:brushProperty name="color" value="#FFFFFF"/>
    </inkml:brush>
  </inkml:definitions>
  <inkml:trace contextRef="#ctx0" brushRef="#br0">1532 238 24575,'-12'-1'0,"1"-1"0,0 0 0,-1-1 0,1 0 0,-12-5 0,-18-5 0,-179-44 0,-245-52 0,339 97 0,-13-3 0,75 8 0,-1 2 0,-100 6 0,55 1 0,53-2-1365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3:30.925"/>
    </inkml:context>
    <inkml:brush xml:id="br0">
      <inkml:brushProperty name="width" value="0.35" units="cm"/>
      <inkml:brushProperty name="height" value="0.35" units="cm"/>
      <inkml:brushProperty name="color" value="#FFFFFF"/>
    </inkml:brush>
  </inkml:definitions>
  <inkml:trace contextRef="#ctx0" brushRef="#br0">2413 29 24575,'-84'1'0,"-97"-3"0,100-11 0,55 8 0,-45-3 0,-404 7 0,227 3 0,169 1 0,-113 21 0,48-5 0,5-10 0,-32 4 0,67-4 0,75-9 0,0 3 0,0 0 0,0 2 0,-40 11 0,0 11 220,45-16-537,0-2 0,-1 0 0,0-2 0,-41 7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3:31.887"/>
    </inkml:context>
    <inkml:brush xml:id="br0">
      <inkml:brushProperty name="width" value="0.35" units="cm"/>
      <inkml:brushProperty name="height" value="0.35" units="cm"/>
      <inkml:brushProperty name="color" value="#FFFFFF"/>
    </inkml:brush>
  </inkml:definitions>
  <inkml:trace contextRef="#ctx0" brushRef="#br0">1 207 24575,'63'-2'0,"1"-3"0,-1-2 0,86-22 0,48-4 0,-7 2 0,-129 11 0,-46 14 0,0 0 0,27-5 0,-12 7-227,-1-2-1,-1-1 1,1-1-1,-1-1 1,28-14-1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3:34.425"/>
    </inkml:context>
    <inkml:brush xml:id="br0">
      <inkml:brushProperty name="width" value="0.35" units="cm"/>
      <inkml:brushProperty name="height" value="0.35" units="cm"/>
      <inkml:brushProperty name="color" value="#FFFFFF"/>
    </inkml:brush>
  </inkml:definitions>
  <inkml:trace contextRef="#ctx0" brushRef="#br0">0 28 24575,'145'2'0,"158"-5"0,-175-9 0,52-2 0,1139 15-1365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8T03:39:14.565"/>
    </inkml:context>
    <inkml:brush xml:id="br0">
      <inkml:brushProperty name="width" value="0.35" units="cm"/>
      <inkml:brushProperty name="height" value="0.35" units="cm"/>
      <inkml:brushProperty name="color" value="#FFFFFF"/>
    </inkml:brush>
  </inkml:definitions>
  <inkml:trace contextRef="#ctx0" brushRef="#br0">2728 730 24575,'-1848'0'0,"1663"-13"0,18 0 0,131 12 0,13 2 0,0-2 0,0 0 0,-35-7 0,46 3 0,13 0 0,23-3 0,33-1 0,109-4 0,-83 8 0,112-6 0,339-38 0,-321-7 0,-40 8 0,-140 42 0,0 0 0,1 2 0,46 1 0,604 8 0,-2653-5 0,1933-2 0,-1-1 0,1-2 0,1-1 0,-1-2 0,-45-16 0,-165-78 0,225 92 0,1 0 0,0-2 0,1 0 0,1-1 0,0-1 0,-23-23 0,38 33 0,-1 0 0,1-1 0,1 1 0,-1 0 0,1-1 0,0 0 0,0 0 0,0 1 0,0-1 0,1 0 0,0 0 0,0-1 0,0 1 0,1 0 0,0-9 0,0 10 0,0 0 0,0 0 0,1 1 0,0-1 0,-1 0 0,1 0 0,1 0 0,-1 1 0,0-1 0,1 0 0,0 1 0,0 0 0,0-1 0,0 1 0,1 0 0,-1 0 0,1 0 0,0 0 0,-1 1 0,1-1 0,5-2 0,7-3 0,0 2 0,0-1 0,1 2 0,0 0 0,0 1 0,0 1 0,20-2 0,120-1 0,-119 6 0,31-1 0,347 5 0,-388-1 0,0 1 0,0 1 0,38 13 0,79 34 0,-94-33 0,-39-15 0,-1 1 0,1 0 0,-1 1 0,0 0 0,18 14 0,-27-19 0,1 0 0,-1 0 0,1 0 0,-1 1 0,1-1 0,-1 0 0,0 1 0,1-1 0,-1 1 0,0 0 0,0-1 0,0 1 0,-1 0 0,1 0 0,0 0 0,0-1 0,-1 1 0,0 0 0,1 0 0,-1 0 0,0 0 0,0 0 0,0 0 0,0 0 0,0 0 0,0 0 0,-1 0 0,1 0 0,0 0 0,-1-1 0,0 1 0,1 0 0,-1 0 0,0 0 0,0-1 0,0 1 0,0 0 0,-1-1 0,1 1 0,0-1 0,0 1 0,-4 1 0,-7 6 0,-1-1 0,0 0 0,0-1 0,-1-1 0,0 0 0,0-1 0,-25 6 0,8-2 0,-91 22-1365,65-21-5461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3T05:16:26.632"/>
    </inkml:context>
    <inkml:brush xml:id="br0">
      <inkml:brushProperty name="width" value="0.35" units="cm"/>
      <inkml:brushProperty name="height" value="0.35" units="cm"/>
      <inkml:brushProperty name="color" value="#FFFFFF"/>
    </inkml:brush>
  </inkml:definitions>
  <inkml:trace contextRef="#ctx0" brushRef="#br0">1 105 24575,'333'19'0,"-178"-7"0,463 35 0,-467-24 0,27 1 0,532 65 0,-704-88 0,31 6 0,-1-1 0,1-2 0,0-1 0,56-3 0,-86-2 0,1 1 0,-1-1 0,0 0 0,0 0 0,1-1 0,-2 0 0,1 0 0,0-1 0,-1 1 0,1-2 0,-1 1 0,0-1 0,-1 0 0,1 0 0,-1 0 0,0-1 0,0 0 0,-1 0 0,1 0 0,-1 0 0,-1-1 0,1 0 0,-1 1 0,0-1 0,-1-1 0,0 1 0,0 0 0,0 0 0,-1-1 0,0 1 0,-1-1 0,0 1 0,0-1 0,0 1 0,-1-1 0,0 1 0,0-1 0,-1 1 0,0 0 0,0-1 0,-4-6 0,2 8 0,1 1 0,-1-1 0,0 1 0,0 0 0,-1 0 0,1 0 0,-1 1 0,0 0 0,-1 0 0,1 0 0,-1 1 0,1-1 0,-1 1 0,0 0 0,0 1 0,0 0 0,-13-3 0,-7-1 0,-2 1 0,-49-3 0,62 7 0,0 1 0,0 1 0,0 0 0,0 1 0,0 0 0,0 2 0,1 0 0,-16 6 0,-5 5 0,1 1 0,-32 22 0,53-31 0,0-1 0,0-1 0,-1 0 0,0 0 0,0-2 0,0 0 0,0 0 0,-17 0 0,-10-1 0,-66-5 0,77-1 0,0-1 0,-42-13 0,45 10 0,0 1 0,0 2 0,-43-4 0,-401 23 0,75 1 0,341-14 0,-80-3 0,130 1 0,1 1 0,-1-1 0,1 1 0,0-1 0,-1-1 0,1 1 0,0-1 0,0 1 0,-5-4 0,7 4 0,1 0 0,0 0 0,0 0 0,0 0 0,-1 0 0,1 0 0,0 0 0,0-1 0,0 1 0,1 0 0,-1-1 0,0 1 0,1 0 0,-1-1 0,0 1 0,1-1 0,0 0 0,-1 1 0,1-1 0,0 1 0,0-1 0,0 1 0,0-1 0,0 0 0,0 1 0,0-1 0,0 1 0,2-4 0,9-27-1365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3T05:16:28.516"/>
    </inkml:context>
    <inkml:brush xml:id="br0">
      <inkml:brushProperty name="width" value="0.35" units="cm"/>
      <inkml:brushProperty name="height" value="0.35" units="cm"/>
      <inkml:brushProperty name="color" value="#FFFFFF"/>
    </inkml:brush>
  </inkml:definitions>
  <inkml:trace contextRef="#ctx0" brushRef="#br0">0 134 24575,'840'0'0,"-796"-3"0,1-1 0,0-3 0,52-14 0,-27 5 0,5-6 0,-57 16 0,0 0 0,0 1 0,32-4 0,93 1 0,51-5 0,-95 4 0,164 7 0,-129 4 0,-119-2 0,0 2 0,0 0 0,18 6 0,-21-5 0,1 0 0,0-1 0,0 0 0,0-1 0,0 0 0,19-2 0,16-10-1365,8-5-5461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8T03:39:21.581"/>
    </inkml:context>
    <inkml:brush xml:id="br0">
      <inkml:brushProperty name="width" value="0.35" units="cm"/>
      <inkml:brushProperty name="height" value="0.35" units="cm"/>
      <inkml:brushProperty name="color" value="#FFFFFF"/>
    </inkml:brush>
  </inkml:definitions>
  <inkml:trace contextRef="#ctx0" brushRef="#br0">2502 414 24575,'-324'2'0,"-356"-4"0,536-10 0,-219-44 0,224 31 0,-234-34 0,335 53 0,-17-4 0,-110-5 0,115 15 0,-83 3 0,131-3 0,0 0 0,0 0 0,0 0 0,0 1 0,0-1 0,1 1 0,-1 0 0,0-1 0,0 1 0,0 0 0,0 0 0,1 0 0,-1 0 0,0 1 0,1-1 0,-1 0 0,1 1 0,-3 2 0,4-4 0,0 1 0,0-1 0,0 1 0,-1-1 0,1 1 0,0-1 0,0 1 0,0-1 0,0 1 0,0-1 0,0 1 0,0-1 0,0 1 0,0-1 0,0 1 0,0-1 0,0 1 0,1-1 0,-1 0 0,0 1 0,0-1 0,0 1 0,1-1 0,-1 1 0,0-1 0,1 1 0,0 0 0,1 1 0,-1-1 0,1 0 0,-1 0 0,1 0 0,-1 0 0,1-1 0,0 1 0,-1 0 0,1-1 0,3 1 0,28 5 0,1-1 0,0-3 0,1 0 0,51-5 0,-15 0 0,-1 3 0,2 1 0,1-4 0,-1-2 0,93-20 0,249-59 0,-277 64 0,147-2 0,-195 21 0,0-4 0,0-4 0,102-24 0,-145 21 0,135-30 0,-133 31 316,18-3-1997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3:45.727"/>
    </inkml:context>
    <inkml:brush xml:id="br0">
      <inkml:brushProperty name="width" value="0.35" units="cm"/>
      <inkml:brushProperty name="height" value="0.35" units="cm"/>
      <inkml:brushProperty name="color" value="#FFFFFF"/>
    </inkml:brush>
  </inkml:definitions>
  <inkml:trace contextRef="#ctx0" brushRef="#br0">0 78 24479,'2747'-78'0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2T13:13:49.167"/>
    </inkml:context>
    <inkml:brush xml:id="br0">
      <inkml:brushProperty name="width" value="0.35" units="cm"/>
      <inkml:brushProperty name="height" value="0.35" units="cm"/>
      <inkml:brushProperty name="color" value="#FFFFFF"/>
    </inkml:brush>
  </inkml:definitions>
  <inkml:trace contextRef="#ctx0" brushRef="#br0">2542 0 24575,'-28'2'0,"0"1"0,0 1 0,-47 13 0,47-9 0,-1-1 0,0-2 0,-38 2 0,32-6 0,6-2 0,-1 2 0,1 2 0,-41 7 0,29-3 0,-1-2 0,-1-2 0,1-1 0,-47-6 0,-6 2 0,-631 2 0,700 1 0,1 2 0,-31 6 0,28-4 0,-44 3 0,-21-8 0,55-2 0,0 3 0,0 0 0,-42 9 0,-126 22 0,161-23 95,-3 1-582,-1-2 1,-67 2-1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8T03:39:29.023"/>
    </inkml:context>
    <inkml:brush xml:id="br0">
      <inkml:brushProperty name="width" value="0.35" units="cm"/>
      <inkml:brushProperty name="height" value="0.35" units="cm"/>
      <inkml:brushProperty name="color" value="#FFFFFF"/>
    </inkml:brush>
  </inkml:definitions>
  <inkml:trace contextRef="#ctx0" brushRef="#br0">2593 236 24575,'-245'-12'0,"54"1"0,-861 6 0,574 7 0,-71-2 0,544 0 0,0 0 0,-1 0 0,1-1 0,0 0 0,1 0 0,-1 0 0,0-1 0,0 0 0,0 0 0,-6-3 0,10 4 0,0 0 0,-1 0 0,1 0 0,0 0 0,0 0 0,0 0 0,0 0 0,0 0 0,1-1 0,-1 1 0,0 0 0,0 0 0,1-1 0,-1 1 0,1-1 0,-1 1 0,1 0 0,-1-1 0,1 1 0,0-1 0,0 1 0,0-1 0,0 1 0,0-1 0,0 1 0,0-1 0,1 1 0,-1-1 0,0 1 0,1 0 0,-1-1 0,1 1 0,-1-1 0,1 1 0,0 0 0,0 0 0,0-1 0,-1 1 0,1 0 0,1-1 0,3-4 0,0 0 0,1 1 0,-1 0 0,1 0 0,0 0 0,1 1 0,-1 0 0,1 0 0,-1 1 0,1-1 0,14-3 0,6-2 0,50-8 0,26-5 0,37-6 0,-78 23 62,127 4 0,-86 3-1551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7506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8.png"/><Relationship Id="rId18" Type="http://schemas.openxmlformats.org/officeDocument/2006/relationships/image" Target="../media/image11.png"/><Relationship Id="rId26" Type="http://schemas.openxmlformats.org/officeDocument/2006/relationships/customXml" Target="../ink/ink11.xml"/><Relationship Id="rId3" Type="http://schemas.openxmlformats.org/officeDocument/2006/relationships/image" Target="../media/image3.jpeg"/><Relationship Id="rId21" Type="http://schemas.openxmlformats.org/officeDocument/2006/relationships/image" Target="../media/image12.png"/><Relationship Id="rId7" Type="http://schemas.openxmlformats.org/officeDocument/2006/relationships/image" Target="../media/image5.png"/><Relationship Id="rId12" Type="http://schemas.openxmlformats.org/officeDocument/2006/relationships/customXml" Target="../ink/ink5.xml"/><Relationship Id="rId17" Type="http://schemas.openxmlformats.org/officeDocument/2006/relationships/customXml" Target="../ink/ink7.xml"/><Relationship Id="rId25"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0.png"/><Relationship Id="rId20" Type="http://schemas.openxmlformats.org/officeDocument/2006/relationships/customXml" Target="../ink/ink8.xml"/><Relationship Id="rId29"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7.png"/><Relationship Id="rId24" Type="http://schemas.openxmlformats.org/officeDocument/2006/relationships/customXml" Target="../ink/ink10.xml"/><Relationship Id="rId5" Type="http://schemas.openxmlformats.org/officeDocument/2006/relationships/image" Target="../media/image4.png"/><Relationship Id="rId23" Type="http://schemas.openxmlformats.org/officeDocument/2006/relationships/image" Target="../media/image13.png"/><Relationship Id="rId28" Type="http://schemas.openxmlformats.org/officeDocument/2006/relationships/customXml" Target="../ink/ink12.xml"/><Relationship Id="rId10" Type="http://schemas.openxmlformats.org/officeDocument/2006/relationships/customXml" Target="../ink/ink4.xml"/><Relationship Id="rId19" Type="http://schemas.openxmlformats.org/officeDocument/2006/relationships/image" Target="../media/image9.png"/><Relationship Id="rId4" Type="http://schemas.openxmlformats.org/officeDocument/2006/relationships/customXml" Target="../ink/ink1.xml"/><Relationship Id="rId9" Type="http://schemas.openxmlformats.org/officeDocument/2006/relationships/image" Target="../media/image6.png"/><Relationship Id="rId14" Type="http://schemas.openxmlformats.org/officeDocument/2006/relationships/customXml" Target="../ink/ink6.xml"/><Relationship Id="rId22" Type="http://schemas.openxmlformats.org/officeDocument/2006/relationships/customXml" Target="../ink/ink9.xml"/><Relationship Id="rId27" Type="http://schemas.openxmlformats.org/officeDocument/2006/relationships/image" Target="../media/image15.png"/></Relationships>
</file>

<file path=ppt/slides/_rels/slide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7.png"/><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customXml" Target="../ink/ink1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svg"/><Relationship Id="rId11" Type="http://schemas.openxmlformats.org/officeDocument/2006/relationships/image" Target="../media/image160.png"/><Relationship Id="rId5" Type="http://schemas.openxmlformats.org/officeDocument/2006/relationships/image" Target="../media/image12.svg"/><Relationship Id="rId15" Type="http://schemas.openxmlformats.org/officeDocument/2006/relationships/image" Target="../media/image18.png"/><Relationship Id="rId10" Type="http://schemas.openxmlformats.org/officeDocument/2006/relationships/customXml" Target="../ink/ink13.xml"/><Relationship Id="rId4" Type="http://schemas.openxmlformats.org/officeDocument/2006/relationships/image" Target="../media/image11.svg"/><Relationship Id="rId9" Type="http://schemas.openxmlformats.org/officeDocument/2006/relationships/image" Target="../media/image16.svg"/><Relationship Id="rId14" Type="http://schemas.openxmlformats.org/officeDocument/2006/relationships/customXml" Target="../ink/ink15.xml"/></Relationships>
</file>

<file path=ppt/slides/_rels/slide3.xml.rels><?xml version="1.0" encoding="UTF-8" standalone="yes"?>
<Relationships xmlns="http://schemas.openxmlformats.org/package/2006/relationships"><Relationship Id="rId8" Type="http://schemas.openxmlformats.org/officeDocument/2006/relationships/customXml" Target="../ink/ink18.xml"/><Relationship Id="rId13" Type="http://schemas.openxmlformats.org/officeDocument/2006/relationships/image" Target="../media/image26.png"/><Relationship Id="rId3" Type="http://schemas.openxmlformats.org/officeDocument/2006/relationships/image" Target="../media/image17.jpeg"/><Relationship Id="rId7" Type="http://schemas.openxmlformats.org/officeDocument/2006/relationships/image" Target="../media/image21.png"/><Relationship Id="rId12" Type="http://schemas.openxmlformats.org/officeDocument/2006/relationships/customXml" Target="../ink/ink20.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17.xml"/><Relationship Id="rId11" Type="http://schemas.openxmlformats.org/officeDocument/2006/relationships/image" Target="../media/image25.png"/><Relationship Id="rId5" Type="http://schemas.openxmlformats.org/officeDocument/2006/relationships/image" Target="../media/image20.png"/><Relationship Id="rId10" Type="http://schemas.openxmlformats.org/officeDocument/2006/relationships/customXml" Target="../ink/ink19.xml"/><Relationship Id="rId4" Type="http://schemas.openxmlformats.org/officeDocument/2006/relationships/customXml" Target="../ink/ink16.xml"/><Relationship Id="rId9"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customXml" Target="../ink/ink23.xml"/><Relationship Id="rId3" Type="http://schemas.openxmlformats.org/officeDocument/2006/relationships/image" Target="../media/image19.png"/><Relationship Id="rId7" Type="http://schemas.openxmlformats.org/officeDocument/2006/relationships/image" Target="../media/image26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customXml" Target="../ink/ink22.xml"/><Relationship Id="rId11" Type="http://schemas.openxmlformats.org/officeDocument/2006/relationships/image" Target="../media/image29.png"/><Relationship Id="rId5" Type="http://schemas.openxmlformats.org/officeDocument/2006/relationships/image" Target="../media/image250.png"/><Relationship Id="rId10" Type="http://schemas.openxmlformats.org/officeDocument/2006/relationships/customXml" Target="../ink/ink24.xml"/><Relationship Id="rId4" Type="http://schemas.openxmlformats.org/officeDocument/2006/relationships/customXml" Target="../ink/ink21.xml"/><Relationship Id="rId9" Type="http://schemas.openxmlformats.org/officeDocument/2006/relationships/image" Target="../media/image27.png"/></Relationships>
</file>

<file path=ppt/slides/_rels/slide6.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customXml" Target="../ink/ink27.xml"/><Relationship Id="rId3" Type="http://schemas.openxmlformats.org/officeDocument/2006/relationships/image" Target="../media/image20.jpeg"/><Relationship Id="rId7" Type="http://schemas.openxmlformats.org/officeDocument/2006/relationships/image" Target="../media/image24.svg"/><Relationship Id="rId12" Type="http://schemas.openxmlformats.org/officeDocument/2006/relationships/image" Target="../media/image35.png"/><Relationship Id="rId2" Type="http://schemas.openxmlformats.org/officeDocument/2006/relationships/notesSlide" Target="../notesSlides/notesSlide6.xml"/><Relationship Id="rId16"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23.svg"/><Relationship Id="rId11" Type="http://schemas.openxmlformats.org/officeDocument/2006/relationships/customXml" Target="../ink/ink26.xml"/><Relationship Id="rId5" Type="http://schemas.openxmlformats.org/officeDocument/2006/relationships/image" Target="../media/image22.svg"/><Relationship Id="rId15" Type="http://schemas.openxmlformats.org/officeDocument/2006/relationships/customXml" Target="../ink/ink28.xml"/><Relationship Id="rId10" Type="http://schemas.openxmlformats.org/officeDocument/2006/relationships/image" Target="../media/image34.png"/><Relationship Id="rId4" Type="http://schemas.openxmlformats.org/officeDocument/2006/relationships/image" Target="../media/image21.svg"/><Relationship Id="rId9" Type="http://schemas.openxmlformats.org/officeDocument/2006/relationships/customXml" Target="../ink/ink25.xml"/><Relationship Id="rId14" Type="http://schemas.openxmlformats.org/officeDocument/2006/relationships/image" Target="../media/image36.png"/></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customXml" Target="../ink/ink29.xml"/><Relationship Id="rId7" Type="http://schemas.openxmlformats.org/officeDocument/2006/relationships/customXml" Target="../ink/ink3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customXml" Target="../ink/ink30.xml"/><Relationship Id="rId10" Type="http://schemas.openxmlformats.org/officeDocument/2006/relationships/image" Target="../media/image40.png"/><Relationship Id="rId4" Type="http://schemas.openxmlformats.org/officeDocument/2006/relationships/image" Target="../media/image370.png"/><Relationship Id="rId9" Type="http://schemas.openxmlformats.org/officeDocument/2006/relationships/customXml" Target="../ink/ink32.xml"/></Relationships>
</file>

<file path=ppt/slides/_rels/slide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30.png"/><Relationship Id="rId2" Type="http://schemas.openxmlformats.org/officeDocument/2006/relationships/customXml" Target="../ink/ink33.xml"/><Relationship Id="rId1" Type="http://schemas.openxmlformats.org/officeDocument/2006/relationships/slideLayout" Target="../slideLayouts/slideLayout2.xml"/><Relationship Id="rId6" Type="http://schemas.openxmlformats.org/officeDocument/2006/relationships/customXml" Target="../ink/ink35.xml"/><Relationship Id="rId5" Type="http://schemas.openxmlformats.org/officeDocument/2006/relationships/image" Target="../media/image24.png"/><Relationship Id="rId4" Type="http://schemas.openxmlformats.org/officeDocument/2006/relationships/customXml" Target="../ink/ink34.xml"/><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customXml" Target="../ink/ink36.xml"/><Relationship Id="rId7" Type="http://schemas.openxmlformats.org/officeDocument/2006/relationships/customXml" Target="../ink/ink3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50.png"/><Relationship Id="rId5" Type="http://schemas.openxmlformats.org/officeDocument/2006/relationships/customXml" Target="../ink/ink37.xml"/><Relationship Id="rId4" Type="http://schemas.openxmlformats.org/officeDocument/2006/relationships/image" Target="../media/image440.png"/></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2093218"/>
          </a:xfrm>
          <a:prstGeom prst="rect">
            <a:avLst/>
          </a:prstGeom>
        </p:spPr>
      </p:pic>
      <p:sp>
        <p:nvSpPr>
          <p:cNvPr id="3" name="Text 0"/>
          <p:cNvSpPr/>
          <p:nvPr/>
        </p:nvSpPr>
        <p:spPr>
          <a:xfrm>
            <a:off x="661475" y="2613025"/>
            <a:ext cx="10868745" cy="1046559"/>
          </a:xfrm>
          <a:prstGeom prst="rect">
            <a:avLst/>
          </a:prstGeom>
          <a:noFill/>
          <a:ln/>
        </p:spPr>
        <p:txBody>
          <a:bodyPr wrap="none" lIns="0" tIns="0" rIns="0" bIns="0" rtlCol="0" anchor="t"/>
          <a:lstStyle/>
          <a:p>
            <a:pPr marL="0" indent="0" algn="ctr">
              <a:lnSpc>
                <a:spcPct val="104000"/>
              </a:lnSpc>
              <a:buNone/>
            </a:pPr>
            <a:r>
              <a:rPr lang="en-US" sz="6550" dirty="0">
                <a:solidFill>
                  <a:srgbClr val="0D0D0D"/>
                </a:solidFill>
                <a:latin typeface="Source Serif 4" pitchFamily="34" charset="0"/>
                <a:ea typeface="Source Serif 4" pitchFamily="34" charset="-122"/>
                <a:cs typeface="Source Serif 4" pitchFamily="34" charset="-120"/>
              </a:rPr>
              <a:t>License Hub</a:t>
            </a:r>
            <a:endParaRPr lang="en-US" sz="6550" dirty="0"/>
          </a:p>
        </p:txBody>
      </p:sp>
      <p:sp>
        <p:nvSpPr>
          <p:cNvPr id="4" name="Text 1"/>
          <p:cNvSpPr/>
          <p:nvPr/>
        </p:nvSpPr>
        <p:spPr>
          <a:xfrm>
            <a:off x="661475" y="3882033"/>
            <a:ext cx="10868745" cy="523379"/>
          </a:xfrm>
          <a:prstGeom prst="rect">
            <a:avLst/>
          </a:prstGeom>
          <a:noFill/>
          <a:ln/>
        </p:spPr>
        <p:txBody>
          <a:bodyPr wrap="none" lIns="0" tIns="0" rIns="0" bIns="0" rtlCol="0" anchor="t"/>
          <a:lstStyle/>
          <a:p>
            <a:pPr marL="0" indent="0" algn="ctr">
              <a:lnSpc>
                <a:spcPct val="104000"/>
              </a:lnSpc>
              <a:buNone/>
            </a:pPr>
            <a:r>
              <a:rPr lang="en-US" sz="3250" dirty="0">
                <a:solidFill>
                  <a:srgbClr val="0D0D0D"/>
                </a:solidFill>
                <a:latin typeface="Source Serif 4" pitchFamily="34" charset="0"/>
                <a:ea typeface="Source Serif 4" pitchFamily="34" charset="-122"/>
                <a:cs typeface="Source Serif 4" pitchFamily="34" charset="-120"/>
              </a:rPr>
              <a:t>Software License &amp; Inventory Management System</a:t>
            </a:r>
            <a:endParaRPr lang="en-US" sz="3250" dirty="0"/>
          </a:p>
        </p:txBody>
      </p:sp>
      <p:sp>
        <p:nvSpPr>
          <p:cNvPr id="5" name="Text 2"/>
          <p:cNvSpPr/>
          <p:nvPr/>
        </p:nvSpPr>
        <p:spPr>
          <a:xfrm>
            <a:off x="661475" y="4627860"/>
            <a:ext cx="10868745" cy="1605955"/>
          </a:xfrm>
          <a:prstGeom prst="rect">
            <a:avLst/>
          </a:prstGeom>
          <a:noFill/>
          <a:ln/>
        </p:spPr>
        <p:txBody>
          <a:bodyPr wrap="square" lIns="0" tIns="0" rIns="0" bIns="0" rtlCol="0" anchor="t"/>
          <a:lstStyle/>
          <a:p>
            <a:pPr marL="0" indent="0" algn="ctr">
              <a:lnSpc>
                <a:spcPct val="110000"/>
              </a:lnSpc>
              <a:spcAft>
                <a:spcPts val="1300"/>
              </a:spcAft>
              <a:buNone/>
            </a:pPr>
            <a:r>
              <a:rPr lang="en-US" sz="1300" dirty="0">
                <a:solidFill>
                  <a:srgbClr val="1B365D"/>
                </a:solidFill>
                <a:latin typeface="Public Sans Light" pitchFamily="34" charset="0"/>
                <a:ea typeface="Public Sans Light" pitchFamily="34" charset="-122"/>
                <a:cs typeface="Public Sans Light" pitchFamily="34" charset="-120"/>
              </a:rPr>
              <a:t>A DBMS Project | Academic Year 2026–27</a:t>
            </a:r>
            <a:endParaRPr lang="en-US" sz="1300" dirty="0"/>
          </a:p>
          <a:p>
            <a:pPr marL="0" indent="0" algn="ctr">
              <a:lnSpc>
                <a:spcPct val="110000"/>
              </a:lnSpc>
              <a:spcAft>
                <a:spcPts val="1300"/>
              </a:spcAft>
              <a:buNone/>
            </a:pPr>
            <a:r>
              <a:rPr lang="en-US" sz="1300" b="1" dirty="0">
                <a:solidFill>
                  <a:srgbClr val="1B365D"/>
                </a:solidFill>
                <a:latin typeface="Public Sans Bold" pitchFamily="34" charset="0"/>
                <a:ea typeface="Public Sans Bold" pitchFamily="34" charset="-122"/>
                <a:cs typeface="Public Sans Bold" pitchFamily="34" charset="-120"/>
              </a:rPr>
              <a:t>Team Members:</a:t>
            </a:r>
            <a:endParaRPr lang="en-US" sz="1300" dirty="0"/>
          </a:p>
          <a:p>
            <a:pPr marL="0" indent="0" algn="ctr">
              <a:lnSpc>
                <a:spcPct val="110000"/>
              </a:lnSpc>
              <a:buNone/>
            </a:pPr>
            <a:r>
              <a:rPr lang="en-US" sz="1300" dirty="0">
                <a:solidFill>
                  <a:srgbClr val="1B365D"/>
                </a:solidFill>
                <a:latin typeface="Public Sans Light" pitchFamily="34" charset="0"/>
                <a:ea typeface="Public Sans Light" pitchFamily="34" charset="-122"/>
                <a:cs typeface="Public Sans Light" pitchFamily="34" charset="-120"/>
              </a:rPr>
              <a:t> C. Jaga Jeevan— Roll No:25B11AI472  |  P. Balarkananda — Roll No: 25B11AI876</a:t>
            </a:r>
            <a:endParaRPr lang="en-US" sz="1300" dirty="0"/>
          </a:p>
          <a:p>
            <a:pPr marL="0" indent="0" algn="ctr">
              <a:lnSpc>
                <a:spcPct val="110000"/>
              </a:lnSpc>
              <a:spcAft>
                <a:spcPts val="1300"/>
              </a:spcAft>
              <a:buNone/>
            </a:pPr>
            <a:r>
              <a:rPr lang="en-US" sz="1300" dirty="0">
                <a:solidFill>
                  <a:srgbClr val="1B365D"/>
                </a:solidFill>
                <a:latin typeface="Public Sans Light" pitchFamily="34" charset="0"/>
                <a:ea typeface="Public Sans Light" pitchFamily="34" charset="-122"/>
                <a:cs typeface="Public Sans Light" pitchFamily="34" charset="-120"/>
              </a:rPr>
              <a:t> R. Teja — Roll No: 25B11AIA23</a:t>
            </a:r>
          </a:p>
          <a:p>
            <a:pPr marL="0" indent="0" algn="ctr">
              <a:lnSpc>
                <a:spcPct val="110000"/>
              </a:lnSpc>
              <a:spcAft>
                <a:spcPts val="1300"/>
              </a:spcAft>
              <a:buNone/>
            </a:pPr>
            <a:r>
              <a:rPr lang="en-US" sz="1300" i="1" dirty="0">
                <a:solidFill>
                  <a:srgbClr val="1B365D"/>
                </a:solidFill>
                <a:latin typeface="Public Sans Light" pitchFamily="34" charset="0"/>
                <a:ea typeface="Public Sans Light" pitchFamily="34" charset="-122"/>
                <a:cs typeface="Public Sans Light" pitchFamily="34" charset="-120"/>
              </a:rPr>
              <a:t>Guided by: </a:t>
            </a:r>
            <a:r>
              <a:rPr lang="en-US" sz="1300" b="1" i="1" dirty="0">
                <a:solidFill>
                  <a:srgbClr val="1B365D"/>
                </a:solidFill>
                <a:latin typeface="Public Sans Light" pitchFamily="34" charset="0"/>
                <a:ea typeface="Public Sans Light" pitchFamily="34" charset="-122"/>
                <a:cs typeface="Public Sans Light" pitchFamily="34" charset="-120"/>
              </a:rPr>
              <a:t>Mrs.</a:t>
            </a:r>
            <a:r>
              <a:rPr lang="en-US" sz="1300" i="1" dirty="0">
                <a:solidFill>
                  <a:srgbClr val="1B365D"/>
                </a:solidFill>
                <a:latin typeface="Public Sans Light" pitchFamily="34" charset="0"/>
                <a:ea typeface="Public Sans Light" pitchFamily="34" charset="-122"/>
                <a:cs typeface="Public Sans Light" pitchFamily="34" charset="-120"/>
              </a:rPr>
              <a:t> </a:t>
            </a:r>
            <a:r>
              <a:rPr lang="en-US" sz="1300" b="1" i="1" u="sng" dirty="0">
                <a:solidFill>
                  <a:srgbClr val="1B365D"/>
                </a:solidFill>
                <a:latin typeface="Public Sans Light" pitchFamily="34" charset="0"/>
                <a:ea typeface="Public Sans Light" pitchFamily="34" charset="-122"/>
                <a:cs typeface="Public Sans Light" pitchFamily="34" charset="-120"/>
              </a:rPr>
              <a:t>G. L. </a:t>
            </a:r>
            <a:r>
              <a:rPr lang="en-US" sz="1300" b="1" i="1" u="sng" dirty="0" err="1">
                <a:solidFill>
                  <a:srgbClr val="1B365D"/>
                </a:solidFill>
                <a:latin typeface="Public Sans Light" pitchFamily="34" charset="0"/>
                <a:ea typeface="Public Sans Light" pitchFamily="34" charset="-122"/>
                <a:cs typeface="Public Sans Light" pitchFamily="34" charset="-120"/>
              </a:rPr>
              <a:t>Narasamba</a:t>
            </a:r>
            <a:r>
              <a:rPr lang="en-US" sz="1300" b="1" i="1" u="sng" dirty="0">
                <a:solidFill>
                  <a:srgbClr val="1B365D"/>
                </a:solidFill>
                <a:latin typeface="Public Sans Light" pitchFamily="34" charset="0"/>
                <a:ea typeface="Public Sans Light" pitchFamily="34" charset="-122"/>
                <a:cs typeface="Public Sans Light" pitchFamily="34" charset="-120"/>
              </a:rPr>
              <a:t> </a:t>
            </a:r>
            <a:r>
              <a:rPr lang="en-US" sz="1300" b="1" i="1" u="sng" dirty="0" err="1">
                <a:solidFill>
                  <a:srgbClr val="1B365D"/>
                </a:solidFill>
                <a:latin typeface="Public Sans Light" pitchFamily="34" charset="0"/>
                <a:ea typeface="Public Sans Light" pitchFamily="34" charset="-122"/>
                <a:cs typeface="Public Sans Light" pitchFamily="34" charset="-120"/>
              </a:rPr>
              <a:t>Vanguri</a:t>
            </a:r>
            <a:r>
              <a:rPr lang="en-US" sz="1300" b="1" i="1" u="sng" dirty="0">
                <a:solidFill>
                  <a:srgbClr val="1B365D"/>
                </a:solidFill>
                <a:latin typeface="Public Sans Light" pitchFamily="34" charset="0"/>
                <a:ea typeface="Public Sans Light" pitchFamily="34" charset="-122"/>
                <a:cs typeface="Public Sans Light" pitchFamily="34" charset="-120"/>
              </a:rPr>
              <a:t>  GARU</a:t>
            </a:r>
            <a:r>
              <a:rPr lang="en-US" sz="1300" i="1" dirty="0">
                <a:solidFill>
                  <a:srgbClr val="1B365D"/>
                </a:solidFill>
                <a:latin typeface="Public Sans Light" pitchFamily="34" charset="0"/>
                <a:ea typeface="Public Sans Light" pitchFamily="34" charset="-122"/>
                <a:cs typeface="Public Sans Light" pitchFamily="34" charset="-120"/>
              </a:rPr>
              <a:t>| Department of Artificial Intelligence &amp; Machine  Learning</a:t>
            </a:r>
            <a:endParaRPr lang="en-US" sz="1300" dirty="0"/>
          </a:p>
        </p:txBody>
      </p:sp>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95EDF88C-0BCD-7999-B678-1E2451D05344}"/>
                  </a:ext>
                </a:extLst>
              </p14:cNvPr>
              <p14:cNvContentPartPr/>
              <p14:nvPr/>
            </p14:nvContentPartPr>
            <p14:xfrm>
              <a:off x="11245223" y="6595886"/>
              <a:ext cx="558378" cy="93168"/>
            </p14:xfrm>
          </p:contentPart>
        </mc:Choice>
        <mc:Fallback xmlns="">
          <p:pic>
            <p:nvPicPr>
              <p:cNvPr id="8" name="Ink 7">
                <a:extLst>
                  <a:ext uri="{FF2B5EF4-FFF2-40B4-BE49-F238E27FC236}">
                    <a16:creationId xmlns:a16="http://schemas.microsoft.com/office/drawing/2014/main" id="{95EDF88C-0BCD-7999-B678-1E2451D05344}"/>
                  </a:ext>
                </a:extLst>
              </p:cNvPr>
              <p:cNvPicPr/>
              <p:nvPr/>
            </p:nvPicPr>
            <p:blipFill>
              <a:blip r:embed="rId5"/>
              <a:stretch>
                <a:fillRect/>
              </a:stretch>
            </p:blipFill>
            <p:spPr>
              <a:xfrm>
                <a:off x="11182221" y="6532935"/>
                <a:ext cx="684022" cy="218711"/>
              </a:xfrm>
              <a:prstGeom prst="rect">
                <a:avLst/>
              </a:prstGeom>
            </p:spPr>
          </p:pic>
        </mc:Fallback>
      </mc:AlternateContent>
      <p:grpSp>
        <p:nvGrpSpPr>
          <p:cNvPr id="14" name="Group 13">
            <a:extLst>
              <a:ext uri="{FF2B5EF4-FFF2-40B4-BE49-F238E27FC236}">
                <a16:creationId xmlns:a16="http://schemas.microsoft.com/office/drawing/2014/main" id="{8A7940BD-AD94-4A29-6E49-C5485DCDB199}"/>
              </a:ext>
            </a:extLst>
          </p:cNvPr>
          <p:cNvGrpSpPr/>
          <p:nvPr/>
        </p:nvGrpSpPr>
        <p:grpSpPr>
          <a:xfrm>
            <a:off x="10972712" y="6587390"/>
            <a:ext cx="1119960" cy="134280"/>
            <a:chOff x="10972712" y="6587390"/>
            <a:chExt cx="1119960" cy="134280"/>
          </a:xfrm>
        </p:grpSpPr>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33977D61-B2F5-796E-8C67-8D207370FFE2}"/>
                    </a:ext>
                  </a:extLst>
                </p14:cNvPr>
                <p14:cNvContentPartPr/>
                <p14:nvPr/>
              </p14:nvContentPartPr>
              <p14:xfrm>
                <a:off x="11662832" y="6587390"/>
                <a:ext cx="429840" cy="56520"/>
              </p14:xfrm>
            </p:contentPart>
          </mc:Choice>
          <mc:Fallback xmlns="">
            <p:pic>
              <p:nvPicPr>
                <p:cNvPr id="9" name="Ink 8">
                  <a:extLst>
                    <a:ext uri="{FF2B5EF4-FFF2-40B4-BE49-F238E27FC236}">
                      <a16:creationId xmlns:a16="http://schemas.microsoft.com/office/drawing/2014/main" id="{33977D61-B2F5-796E-8C67-8D207370FFE2}"/>
                    </a:ext>
                  </a:extLst>
                </p:cNvPr>
                <p:cNvPicPr/>
                <p:nvPr/>
              </p:nvPicPr>
              <p:blipFill>
                <a:blip r:embed="rId7"/>
                <a:stretch>
                  <a:fillRect/>
                </a:stretch>
              </p:blipFill>
              <p:spPr>
                <a:xfrm>
                  <a:off x="11599832" y="6524390"/>
                  <a:ext cx="55548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FF80FCF5-EDC8-E8DE-11ED-709B8EE9129D}"/>
                    </a:ext>
                  </a:extLst>
                </p14:cNvPr>
                <p14:cNvContentPartPr/>
                <p14:nvPr/>
              </p14:nvContentPartPr>
              <p14:xfrm>
                <a:off x="11047232" y="6596390"/>
                <a:ext cx="467280" cy="100080"/>
              </p14:xfrm>
            </p:contentPart>
          </mc:Choice>
          <mc:Fallback xmlns="">
            <p:pic>
              <p:nvPicPr>
                <p:cNvPr id="10" name="Ink 9">
                  <a:extLst>
                    <a:ext uri="{FF2B5EF4-FFF2-40B4-BE49-F238E27FC236}">
                      <a16:creationId xmlns:a16="http://schemas.microsoft.com/office/drawing/2014/main" id="{FF80FCF5-EDC8-E8DE-11ED-709B8EE9129D}"/>
                    </a:ext>
                  </a:extLst>
                </p:cNvPr>
                <p:cNvPicPr/>
                <p:nvPr/>
              </p:nvPicPr>
              <p:blipFill>
                <a:blip r:embed="rId9"/>
                <a:stretch>
                  <a:fillRect/>
                </a:stretch>
              </p:blipFill>
              <p:spPr>
                <a:xfrm>
                  <a:off x="10984232" y="6533390"/>
                  <a:ext cx="5929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4DDD179A-AB91-76F0-786D-C9E00FF28B46}"/>
                    </a:ext>
                  </a:extLst>
                </p14:cNvPr>
                <p14:cNvContentPartPr/>
                <p14:nvPr/>
              </p14:nvContentPartPr>
              <p14:xfrm>
                <a:off x="10972712" y="6689630"/>
                <a:ext cx="681840" cy="29880"/>
              </p14:xfrm>
            </p:contentPart>
          </mc:Choice>
          <mc:Fallback xmlns="">
            <p:pic>
              <p:nvPicPr>
                <p:cNvPr id="11" name="Ink 10">
                  <a:extLst>
                    <a:ext uri="{FF2B5EF4-FFF2-40B4-BE49-F238E27FC236}">
                      <a16:creationId xmlns:a16="http://schemas.microsoft.com/office/drawing/2014/main" id="{4DDD179A-AB91-76F0-786D-C9E00FF28B46}"/>
                    </a:ext>
                  </a:extLst>
                </p:cNvPr>
                <p:cNvPicPr/>
                <p:nvPr/>
              </p:nvPicPr>
              <p:blipFill>
                <a:blip r:embed="rId11"/>
                <a:stretch>
                  <a:fillRect/>
                </a:stretch>
              </p:blipFill>
              <p:spPr>
                <a:xfrm>
                  <a:off x="10909712" y="6626630"/>
                  <a:ext cx="80748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1BA1A366-02BF-090A-0C0E-B8B4C7EA5512}"/>
                    </a:ext>
                  </a:extLst>
                </p14:cNvPr>
                <p14:cNvContentPartPr/>
                <p14:nvPr/>
              </p14:nvContentPartPr>
              <p14:xfrm>
                <a:off x="11681912" y="6717710"/>
                <a:ext cx="364680" cy="3960"/>
              </p14:xfrm>
            </p:contentPart>
          </mc:Choice>
          <mc:Fallback xmlns="">
            <p:pic>
              <p:nvPicPr>
                <p:cNvPr id="13" name="Ink 12">
                  <a:extLst>
                    <a:ext uri="{FF2B5EF4-FFF2-40B4-BE49-F238E27FC236}">
                      <a16:creationId xmlns:a16="http://schemas.microsoft.com/office/drawing/2014/main" id="{1BA1A366-02BF-090A-0C0E-B8B4C7EA5512}"/>
                    </a:ext>
                  </a:extLst>
                </p:cNvPr>
                <p:cNvPicPr/>
                <p:nvPr/>
              </p:nvPicPr>
              <p:blipFill>
                <a:blip r:embed="rId13"/>
                <a:stretch>
                  <a:fillRect/>
                </a:stretch>
              </p:blipFill>
              <p:spPr>
                <a:xfrm>
                  <a:off x="11618912" y="6655070"/>
                  <a:ext cx="490320" cy="129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DBFDAA75-9017-AC5C-9E56-A049E940A7D3}"/>
                  </a:ext>
                </a:extLst>
              </p14:cNvPr>
              <p14:cNvContentPartPr/>
              <p14:nvPr/>
            </p14:nvContentPartPr>
            <p14:xfrm>
              <a:off x="10506872" y="6305870"/>
              <a:ext cx="1537200" cy="311760"/>
            </p14:xfrm>
          </p:contentPart>
        </mc:Choice>
        <mc:Fallback xmlns="">
          <p:pic>
            <p:nvPicPr>
              <p:cNvPr id="15" name="Ink 14">
                <a:extLst>
                  <a:ext uri="{FF2B5EF4-FFF2-40B4-BE49-F238E27FC236}">
                    <a16:creationId xmlns:a16="http://schemas.microsoft.com/office/drawing/2014/main" id="{DBFDAA75-9017-AC5C-9E56-A049E940A7D3}"/>
                  </a:ext>
                </a:extLst>
              </p:cNvPr>
              <p:cNvPicPr/>
              <p:nvPr/>
            </p:nvPicPr>
            <p:blipFill>
              <a:blip r:embed="rId16"/>
              <a:stretch>
                <a:fillRect/>
              </a:stretch>
            </p:blipFill>
            <p:spPr>
              <a:xfrm>
                <a:off x="10444232" y="6243230"/>
                <a:ext cx="1662840" cy="437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3076C7C8-7DAF-182F-7E0C-637D0E3D6561}"/>
                  </a:ext>
                </a:extLst>
              </p14:cNvPr>
              <p14:cNvContentPartPr/>
              <p14:nvPr/>
            </p14:nvContentPartPr>
            <p14:xfrm>
              <a:off x="11587592" y="6312710"/>
              <a:ext cx="505440" cy="442080"/>
            </p14:xfrm>
          </p:contentPart>
        </mc:Choice>
        <mc:Fallback xmlns="">
          <p:pic>
            <p:nvPicPr>
              <p:cNvPr id="16" name="Ink 15">
                <a:extLst>
                  <a:ext uri="{FF2B5EF4-FFF2-40B4-BE49-F238E27FC236}">
                    <a16:creationId xmlns:a16="http://schemas.microsoft.com/office/drawing/2014/main" id="{3076C7C8-7DAF-182F-7E0C-637D0E3D6561}"/>
                  </a:ext>
                </a:extLst>
              </p:cNvPr>
              <p:cNvPicPr/>
              <p:nvPr/>
            </p:nvPicPr>
            <p:blipFill>
              <a:blip r:embed="rId18"/>
              <a:stretch>
                <a:fillRect/>
              </a:stretch>
            </p:blipFill>
            <p:spPr>
              <a:xfrm>
                <a:off x="11524592" y="6250070"/>
                <a:ext cx="631080" cy="567720"/>
              </a:xfrm>
              <a:prstGeom prst="rect">
                <a:avLst/>
              </a:prstGeom>
            </p:spPr>
          </p:pic>
        </mc:Fallback>
      </mc:AlternateContent>
      <p:pic>
        <p:nvPicPr>
          <p:cNvPr id="12" name="Picture 11">
            <a:extLst>
              <a:ext uri="{FF2B5EF4-FFF2-40B4-BE49-F238E27FC236}">
                <a16:creationId xmlns:a16="http://schemas.microsoft.com/office/drawing/2014/main" id="{7F5CBD12-911E-EEE6-DA2B-805EB8E77ADB}"/>
              </a:ext>
            </a:extLst>
          </p:cNvPr>
          <p:cNvPicPr>
            <a:picLocks noChangeAspect="1"/>
          </p:cNvPicPr>
          <p:nvPr/>
        </p:nvPicPr>
        <p:blipFill>
          <a:blip r:embed="rId19"/>
          <a:stretch>
            <a:fillRect/>
          </a:stretch>
        </p:blipFill>
        <p:spPr>
          <a:xfrm>
            <a:off x="2125671" y="532377"/>
            <a:ext cx="7940351" cy="1028464"/>
          </a:xfrm>
          <a:prstGeom prst="rect">
            <a:avLst/>
          </a:prstGeom>
        </p:spPr>
      </p:pic>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62A8B0FE-6C7A-9576-053D-4D06C536CAF5}"/>
                  </a:ext>
                </a:extLst>
              </p14:cNvPr>
              <p14:cNvContentPartPr/>
              <p14:nvPr/>
            </p14:nvContentPartPr>
            <p14:xfrm>
              <a:off x="11624312" y="6691790"/>
              <a:ext cx="496080" cy="26280"/>
            </p14:xfrm>
          </p:contentPart>
        </mc:Choice>
        <mc:Fallback xmlns="">
          <p:pic>
            <p:nvPicPr>
              <p:cNvPr id="19" name="Ink 18">
                <a:extLst>
                  <a:ext uri="{FF2B5EF4-FFF2-40B4-BE49-F238E27FC236}">
                    <a16:creationId xmlns:a16="http://schemas.microsoft.com/office/drawing/2014/main" id="{62A8B0FE-6C7A-9576-053D-4D06C536CAF5}"/>
                  </a:ext>
                </a:extLst>
              </p:cNvPr>
              <p:cNvPicPr/>
              <p:nvPr/>
            </p:nvPicPr>
            <p:blipFill>
              <a:blip r:embed="rId21"/>
              <a:stretch>
                <a:fillRect/>
              </a:stretch>
            </p:blipFill>
            <p:spPr>
              <a:xfrm>
                <a:off x="11561672" y="6629150"/>
                <a:ext cx="62172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65647DFC-EEFC-4F6F-6F3F-9563ADF01C27}"/>
                  </a:ext>
                </a:extLst>
              </p14:cNvPr>
              <p14:cNvContentPartPr/>
              <p14:nvPr/>
            </p14:nvContentPartPr>
            <p14:xfrm>
              <a:off x="11830592" y="6549950"/>
              <a:ext cx="289800" cy="57600"/>
            </p14:xfrm>
          </p:contentPart>
        </mc:Choice>
        <mc:Fallback xmlns="">
          <p:pic>
            <p:nvPicPr>
              <p:cNvPr id="20" name="Ink 19">
                <a:extLst>
                  <a:ext uri="{FF2B5EF4-FFF2-40B4-BE49-F238E27FC236}">
                    <a16:creationId xmlns:a16="http://schemas.microsoft.com/office/drawing/2014/main" id="{65647DFC-EEFC-4F6F-6F3F-9563ADF01C27}"/>
                  </a:ext>
                </a:extLst>
              </p:cNvPr>
              <p:cNvPicPr/>
              <p:nvPr/>
            </p:nvPicPr>
            <p:blipFill>
              <a:blip r:embed="rId23"/>
              <a:stretch>
                <a:fillRect/>
              </a:stretch>
            </p:blipFill>
            <p:spPr>
              <a:xfrm>
                <a:off x="11767952" y="6486950"/>
                <a:ext cx="41544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10B71C10-7B1D-60B5-E313-A56819C2E2F4}"/>
                  </a:ext>
                </a:extLst>
              </p14:cNvPr>
              <p14:cNvContentPartPr/>
              <p14:nvPr/>
            </p14:nvContentPartPr>
            <p14:xfrm>
              <a:off x="11896472" y="6428630"/>
              <a:ext cx="237960" cy="176760"/>
            </p14:xfrm>
          </p:contentPart>
        </mc:Choice>
        <mc:Fallback xmlns="">
          <p:pic>
            <p:nvPicPr>
              <p:cNvPr id="21" name="Ink 20">
                <a:extLst>
                  <a:ext uri="{FF2B5EF4-FFF2-40B4-BE49-F238E27FC236}">
                    <a16:creationId xmlns:a16="http://schemas.microsoft.com/office/drawing/2014/main" id="{10B71C10-7B1D-60B5-E313-A56819C2E2F4}"/>
                  </a:ext>
                </a:extLst>
              </p:cNvPr>
              <p:cNvPicPr/>
              <p:nvPr/>
            </p:nvPicPr>
            <p:blipFill>
              <a:blip r:embed="rId25"/>
              <a:stretch>
                <a:fillRect/>
              </a:stretch>
            </p:blipFill>
            <p:spPr>
              <a:xfrm>
                <a:off x="11833472" y="6365630"/>
                <a:ext cx="36360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7814501B-0FD0-D6F5-F33F-0E0F8971E301}"/>
                  </a:ext>
                </a:extLst>
              </p14:cNvPr>
              <p14:cNvContentPartPr/>
              <p14:nvPr/>
            </p14:nvContentPartPr>
            <p14:xfrm>
              <a:off x="12054872" y="6605750"/>
              <a:ext cx="360" cy="122400"/>
            </p14:xfrm>
          </p:contentPart>
        </mc:Choice>
        <mc:Fallback xmlns="">
          <p:pic>
            <p:nvPicPr>
              <p:cNvPr id="22" name="Ink 21">
                <a:extLst>
                  <a:ext uri="{FF2B5EF4-FFF2-40B4-BE49-F238E27FC236}">
                    <a16:creationId xmlns:a16="http://schemas.microsoft.com/office/drawing/2014/main" id="{7814501B-0FD0-D6F5-F33F-0E0F8971E301}"/>
                  </a:ext>
                </a:extLst>
              </p:cNvPr>
              <p:cNvPicPr/>
              <p:nvPr/>
            </p:nvPicPr>
            <p:blipFill>
              <a:blip r:embed="rId27"/>
              <a:stretch>
                <a:fillRect/>
              </a:stretch>
            </p:blipFill>
            <p:spPr>
              <a:xfrm>
                <a:off x="11992232" y="6543110"/>
                <a:ext cx="12600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542195E3-C8B1-D001-B142-3ACB1A86921E}"/>
                  </a:ext>
                </a:extLst>
              </p14:cNvPr>
              <p14:cNvContentPartPr/>
              <p14:nvPr/>
            </p14:nvContentPartPr>
            <p14:xfrm>
              <a:off x="12008432" y="6736430"/>
              <a:ext cx="360" cy="360"/>
            </p14:xfrm>
          </p:contentPart>
        </mc:Choice>
        <mc:Fallback xmlns="">
          <p:pic>
            <p:nvPicPr>
              <p:cNvPr id="23" name="Ink 22">
                <a:extLst>
                  <a:ext uri="{FF2B5EF4-FFF2-40B4-BE49-F238E27FC236}">
                    <a16:creationId xmlns:a16="http://schemas.microsoft.com/office/drawing/2014/main" id="{542195E3-C8B1-D001-B142-3ACB1A86921E}"/>
                  </a:ext>
                </a:extLst>
              </p:cNvPr>
              <p:cNvPicPr/>
              <p:nvPr/>
            </p:nvPicPr>
            <p:blipFill>
              <a:blip r:embed="rId29"/>
              <a:stretch>
                <a:fillRect/>
              </a:stretch>
            </p:blipFill>
            <p:spPr>
              <a:xfrm>
                <a:off x="11945432" y="6673790"/>
                <a:ext cx="126000" cy="12600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601166"/>
            <a:ext cx="805140" cy="229691"/>
          </a:xfrm>
          <a:prstGeom prst="roundRect">
            <a:avLst>
              <a:gd name="adj" fmla="val 7900"/>
            </a:avLst>
          </a:prstGeom>
          <a:solidFill>
            <a:srgbClr val="F5E6CC"/>
          </a:solidFill>
          <a:ln/>
        </p:spPr>
      </p:sp>
      <p:sp>
        <p:nvSpPr>
          <p:cNvPr id="3" name="Text 1"/>
          <p:cNvSpPr/>
          <p:nvPr/>
        </p:nvSpPr>
        <p:spPr>
          <a:xfrm>
            <a:off x="752159" y="646509"/>
            <a:ext cx="1233357" cy="139005"/>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Public Sans Light" pitchFamily="34" charset="0"/>
                <a:ea typeface="Public Sans Light" pitchFamily="34" charset="-122"/>
                <a:cs typeface="Public Sans Light" pitchFamily="34" charset="-120"/>
              </a:rPr>
              <a:t>OVERVIEW</a:t>
            </a:r>
            <a:endParaRPr lang="en-US" sz="950" dirty="0"/>
          </a:p>
        </p:txBody>
      </p:sp>
      <p:sp>
        <p:nvSpPr>
          <p:cNvPr id="4" name="Text 2"/>
          <p:cNvSpPr/>
          <p:nvPr/>
        </p:nvSpPr>
        <p:spPr>
          <a:xfrm>
            <a:off x="661475" y="879177"/>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0D0D0D"/>
                </a:solidFill>
                <a:latin typeface="Source Serif 4" pitchFamily="34" charset="0"/>
                <a:ea typeface="Source Serif 4" pitchFamily="34" charset="-122"/>
                <a:cs typeface="Source Serif 4" pitchFamily="34" charset="-120"/>
              </a:rPr>
              <a:t>Agenda</a:t>
            </a:r>
            <a:endParaRPr lang="en-US" sz="2950" dirty="0"/>
          </a:p>
        </p:txBody>
      </p:sp>
      <p:sp>
        <p:nvSpPr>
          <p:cNvPr id="5" name="Text 3"/>
          <p:cNvSpPr/>
          <p:nvPr/>
        </p:nvSpPr>
        <p:spPr>
          <a:xfrm>
            <a:off x="661475" y="1533029"/>
            <a:ext cx="10868745" cy="381000"/>
          </a:xfrm>
          <a:prstGeom prst="rect">
            <a:avLst/>
          </a:prstGeom>
          <a:noFill/>
          <a:ln/>
        </p:spPr>
        <p:txBody>
          <a:bodyPr wrap="square" lIns="0" tIns="0" rIns="0" bIns="0" rtlCol="0" anchor="t">
            <a:normAutofit/>
          </a:bodyPr>
          <a:lstStyle/>
          <a:p>
            <a:pPr marL="0" indent="0" algn="l">
              <a:lnSpc>
                <a:spcPct val="105000"/>
              </a:lnSpc>
              <a:buNone/>
            </a:pPr>
            <a:r>
              <a:rPr lang="en-US" sz="1150" dirty="0">
                <a:solidFill>
                  <a:srgbClr val="1B365D"/>
                </a:solidFill>
                <a:latin typeface="Public Sans Light" pitchFamily="34" charset="0"/>
                <a:ea typeface="Public Sans Light" pitchFamily="34" charset="-122"/>
                <a:cs typeface="Public Sans Light" pitchFamily="34" charset="-120"/>
              </a:rPr>
              <a:t>This presentation covers all key aspects of the License Hub DBMS mini-project, structured to demonstrate a thorough understanding of database design, entity modeling, and real-world applicability.</a:t>
            </a:r>
            <a:endParaRPr lang="en-US" sz="11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050058"/>
            <a:ext cx="5373851" cy="1321594"/>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57667" y="2186186"/>
            <a:ext cx="181367" cy="181372"/>
          </a:xfrm>
          <a:prstGeom prst="rect">
            <a:avLst/>
          </a:prstGeom>
        </p:spPr>
      </p:pic>
      <p:sp>
        <p:nvSpPr>
          <p:cNvPr id="8" name="Text 4"/>
          <p:cNvSpPr/>
          <p:nvPr/>
        </p:nvSpPr>
        <p:spPr>
          <a:xfrm>
            <a:off x="831730" y="2654895"/>
            <a:ext cx="5033340" cy="283468"/>
          </a:xfrm>
          <a:prstGeom prst="rect">
            <a:avLst/>
          </a:prstGeom>
          <a:noFill/>
          <a:ln/>
        </p:spPr>
        <p:txBody>
          <a:bodyPr wrap="none" lIns="0" tIns="0" rIns="0" bIns="0" rtlCol="0" anchor="t"/>
          <a:lstStyle/>
          <a:p>
            <a:pPr marL="0" indent="0" algn="l">
              <a:lnSpc>
                <a:spcPct val="104000"/>
              </a:lnSpc>
              <a:buNone/>
            </a:pPr>
            <a:r>
              <a:rPr lang="en-US" sz="1750" dirty="0">
                <a:solidFill>
                  <a:srgbClr val="1B365D"/>
                </a:solidFill>
                <a:latin typeface="Source Serif 4" pitchFamily="34" charset="0"/>
                <a:ea typeface="Source Serif 4" pitchFamily="34" charset="-122"/>
                <a:cs typeface="Source Serif 4" pitchFamily="34" charset="-120"/>
              </a:rPr>
              <a:t>Abstract &amp; Scope</a:t>
            </a:r>
            <a:endParaRPr lang="en-US" sz="1750" dirty="0"/>
          </a:p>
        </p:txBody>
      </p:sp>
      <p:sp>
        <p:nvSpPr>
          <p:cNvPr id="9" name="Text 5"/>
          <p:cNvSpPr/>
          <p:nvPr/>
        </p:nvSpPr>
        <p:spPr>
          <a:xfrm>
            <a:off x="831730" y="3010892"/>
            <a:ext cx="5033340" cy="190500"/>
          </a:xfrm>
          <a:prstGeom prst="rect">
            <a:avLst/>
          </a:prstGeom>
          <a:noFill/>
          <a:ln/>
        </p:spPr>
        <p:txBody>
          <a:bodyPr wrap="none" lIns="0" tIns="0" rIns="0" bIns="0" rtlCol="0" anchor="t"/>
          <a:lstStyle/>
          <a:p>
            <a:pPr marL="0" indent="0" algn="l">
              <a:lnSpc>
                <a:spcPct val="105000"/>
              </a:lnSpc>
              <a:buNone/>
            </a:pPr>
            <a:r>
              <a:rPr lang="en-US" sz="1150" dirty="0">
                <a:solidFill>
                  <a:srgbClr val="1B365D"/>
                </a:solidFill>
                <a:latin typeface="Public Sans Light" pitchFamily="34" charset="0"/>
                <a:ea typeface="Public Sans Light" pitchFamily="34" charset="-122"/>
                <a:cs typeface="Public Sans Light" pitchFamily="34" charset="-120"/>
              </a:rPr>
              <a:t>Overview of the system, its context, and boundaries.</a:t>
            </a:r>
            <a:endParaRPr lang="en-US" sz="11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56270" y="2050058"/>
            <a:ext cx="5373950" cy="1321594"/>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52562" y="2186186"/>
            <a:ext cx="181367" cy="181372"/>
          </a:xfrm>
          <a:prstGeom prst="rect">
            <a:avLst/>
          </a:prstGeom>
        </p:spPr>
      </p:pic>
      <p:sp>
        <p:nvSpPr>
          <p:cNvPr id="12" name="Text 6"/>
          <p:cNvSpPr/>
          <p:nvPr/>
        </p:nvSpPr>
        <p:spPr>
          <a:xfrm>
            <a:off x="6326525" y="2654895"/>
            <a:ext cx="5033440" cy="283468"/>
          </a:xfrm>
          <a:prstGeom prst="rect">
            <a:avLst/>
          </a:prstGeom>
          <a:noFill/>
          <a:ln/>
        </p:spPr>
        <p:txBody>
          <a:bodyPr wrap="none" lIns="0" tIns="0" rIns="0" bIns="0" rtlCol="0" anchor="t"/>
          <a:lstStyle/>
          <a:p>
            <a:pPr marL="0" indent="0" algn="l">
              <a:lnSpc>
                <a:spcPct val="104000"/>
              </a:lnSpc>
              <a:buNone/>
            </a:pPr>
            <a:r>
              <a:rPr lang="en-US" sz="1750" dirty="0">
                <a:solidFill>
                  <a:srgbClr val="1B365D"/>
                </a:solidFill>
                <a:latin typeface="Source Serif 4" pitchFamily="34" charset="0"/>
                <a:ea typeface="Source Serif 4" pitchFamily="34" charset="-122"/>
                <a:cs typeface="Source Serif 4" pitchFamily="34" charset="-120"/>
              </a:rPr>
              <a:t>Introduction</a:t>
            </a:r>
            <a:endParaRPr lang="en-US" sz="1750" dirty="0"/>
          </a:p>
        </p:txBody>
      </p:sp>
      <p:sp>
        <p:nvSpPr>
          <p:cNvPr id="13" name="Text 7"/>
          <p:cNvSpPr/>
          <p:nvPr/>
        </p:nvSpPr>
        <p:spPr>
          <a:xfrm>
            <a:off x="6326525" y="3010892"/>
            <a:ext cx="5033440" cy="190500"/>
          </a:xfrm>
          <a:prstGeom prst="rect">
            <a:avLst/>
          </a:prstGeom>
          <a:noFill/>
          <a:ln/>
        </p:spPr>
        <p:txBody>
          <a:bodyPr wrap="none" lIns="0" tIns="0" rIns="0" bIns="0" rtlCol="0" anchor="t"/>
          <a:lstStyle/>
          <a:p>
            <a:pPr marL="0" indent="0" algn="l">
              <a:lnSpc>
                <a:spcPct val="105000"/>
              </a:lnSpc>
              <a:buNone/>
            </a:pPr>
            <a:r>
              <a:rPr lang="en-US" sz="1150" dirty="0">
                <a:solidFill>
                  <a:srgbClr val="1B365D"/>
                </a:solidFill>
                <a:latin typeface="Public Sans Light" pitchFamily="34" charset="0"/>
                <a:ea typeface="Public Sans Light" pitchFamily="34" charset="-122"/>
                <a:cs typeface="Public Sans Light" pitchFamily="34" charset="-120"/>
              </a:rPr>
              <a:t>Background on software license management in institutions.</a:t>
            </a:r>
            <a:endParaRPr lang="en-US" sz="115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492599"/>
            <a:ext cx="5373851" cy="1321594"/>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57667" y="3628727"/>
            <a:ext cx="181367" cy="181372"/>
          </a:xfrm>
          <a:prstGeom prst="rect">
            <a:avLst/>
          </a:prstGeom>
        </p:spPr>
      </p:pic>
      <p:sp>
        <p:nvSpPr>
          <p:cNvPr id="16" name="Text 8"/>
          <p:cNvSpPr/>
          <p:nvPr/>
        </p:nvSpPr>
        <p:spPr>
          <a:xfrm>
            <a:off x="831730" y="4097437"/>
            <a:ext cx="5033340" cy="283468"/>
          </a:xfrm>
          <a:prstGeom prst="rect">
            <a:avLst/>
          </a:prstGeom>
          <a:noFill/>
          <a:ln/>
        </p:spPr>
        <p:txBody>
          <a:bodyPr wrap="none" lIns="0" tIns="0" rIns="0" bIns="0" rtlCol="0" anchor="t"/>
          <a:lstStyle/>
          <a:p>
            <a:pPr marL="0" indent="0" algn="l">
              <a:lnSpc>
                <a:spcPct val="104000"/>
              </a:lnSpc>
              <a:buNone/>
            </a:pPr>
            <a:r>
              <a:rPr lang="en-US" sz="1750" dirty="0">
                <a:solidFill>
                  <a:srgbClr val="1B365D"/>
                </a:solidFill>
                <a:latin typeface="Source Serif 4" pitchFamily="34" charset="0"/>
                <a:ea typeface="Source Serif 4" pitchFamily="34" charset="-122"/>
                <a:cs typeface="Source Serif 4" pitchFamily="34" charset="-120"/>
              </a:rPr>
              <a:t>Problem Statement</a:t>
            </a:r>
            <a:endParaRPr lang="en-US" sz="1750" dirty="0"/>
          </a:p>
        </p:txBody>
      </p:sp>
      <p:sp>
        <p:nvSpPr>
          <p:cNvPr id="17" name="Text 9"/>
          <p:cNvSpPr/>
          <p:nvPr/>
        </p:nvSpPr>
        <p:spPr>
          <a:xfrm>
            <a:off x="831730" y="4453434"/>
            <a:ext cx="5033340" cy="190500"/>
          </a:xfrm>
          <a:prstGeom prst="rect">
            <a:avLst/>
          </a:prstGeom>
          <a:noFill/>
          <a:ln/>
        </p:spPr>
        <p:txBody>
          <a:bodyPr wrap="none" lIns="0" tIns="0" rIns="0" bIns="0" rtlCol="0" anchor="t"/>
          <a:lstStyle/>
          <a:p>
            <a:pPr marL="0" indent="0" algn="l">
              <a:lnSpc>
                <a:spcPct val="105000"/>
              </a:lnSpc>
              <a:buNone/>
            </a:pPr>
            <a:r>
              <a:rPr lang="en-US" sz="1150" dirty="0">
                <a:solidFill>
                  <a:srgbClr val="1B365D"/>
                </a:solidFill>
                <a:latin typeface="Public Sans Light" pitchFamily="34" charset="0"/>
                <a:ea typeface="Public Sans Light" pitchFamily="34" charset="-122"/>
                <a:cs typeface="Public Sans Light" pitchFamily="34" charset="-120"/>
              </a:rPr>
              <a:t>Challenges faced in manual license and inventory tracking.</a:t>
            </a:r>
            <a:endParaRPr lang="en-US" sz="1150" dirty="0"/>
          </a:p>
        </p:txBody>
      </p:sp>
      <p:pic>
        <p:nvPicPr>
          <p:cNvPr id="18" name="Image 6"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56270" y="3492599"/>
            <a:ext cx="5373950" cy="1321594"/>
          </a:xfrm>
          <a:prstGeom prst="rect">
            <a:avLst/>
          </a:prstGeom>
        </p:spPr>
      </p:pic>
      <p:pic>
        <p:nvPicPr>
          <p:cNvPr id="19" name="Image 7"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52562" y="3628727"/>
            <a:ext cx="181367" cy="181372"/>
          </a:xfrm>
          <a:prstGeom prst="rect">
            <a:avLst/>
          </a:prstGeom>
        </p:spPr>
      </p:pic>
      <p:sp>
        <p:nvSpPr>
          <p:cNvPr id="20" name="Text 10"/>
          <p:cNvSpPr/>
          <p:nvPr/>
        </p:nvSpPr>
        <p:spPr>
          <a:xfrm>
            <a:off x="6326525" y="4097437"/>
            <a:ext cx="5033440" cy="283468"/>
          </a:xfrm>
          <a:prstGeom prst="rect">
            <a:avLst/>
          </a:prstGeom>
          <a:noFill/>
          <a:ln/>
        </p:spPr>
        <p:txBody>
          <a:bodyPr wrap="none" lIns="0" tIns="0" rIns="0" bIns="0" rtlCol="0" anchor="t"/>
          <a:lstStyle/>
          <a:p>
            <a:pPr marL="0" indent="0" algn="l">
              <a:lnSpc>
                <a:spcPct val="104000"/>
              </a:lnSpc>
              <a:buNone/>
            </a:pPr>
            <a:r>
              <a:rPr lang="en-US" sz="1750" dirty="0">
                <a:solidFill>
                  <a:srgbClr val="1B365D"/>
                </a:solidFill>
                <a:latin typeface="Source Serif 4" pitchFamily="34" charset="0"/>
                <a:ea typeface="Source Serif 4" pitchFamily="34" charset="-122"/>
                <a:cs typeface="Source Serif 4" pitchFamily="34" charset="-120"/>
              </a:rPr>
              <a:t>Objectives</a:t>
            </a:r>
            <a:endParaRPr lang="en-US" sz="1750" dirty="0"/>
          </a:p>
        </p:txBody>
      </p:sp>
      <p:sp>
        <p:nvSpPr>
          <p:cNvPr id="21" name="Text 11"/>
          <p:cNvSpPr/>
          <p:nvPr/>
        </p:nvSpPr>
        <p:spPr>
          <a:xfrm>
            <a:off x="6326525" y="4453434"/>
            <a:ext cx="5033440" cy="190500"/>
          </a:xfrm>
          <a:prstGeom prst="rect">
            <a:avLst/>
          </a:prstGeom>
          <a:noFill/>
          <a:ln/>
        </p:spPr>
        <p:txBody>
          <a:bodyPr wrap="none" lIns="0" tIns="0" rIns="0" bIns="0" rtlCol="0" anchor="t"/>
          <a:lstStyle/>
          <a:p>
            <a:pPr marL="0" indent="0" algn="l">
              <a:lnSpc>
                <a:spcPct val="105000"/>
              </a:lnSpc>
              <a:buNone/>
            </a:pPr>
            <a:r>
              <a:rPr lang="en-US" sz="1150" dirty="0">
                <a:solidFill>
                  <a:srgbClr val="1B365D"/>
                </a:solidFill>
                <a:latin typeface="Public Sans Light" pitchFamily="34" charset="0"/>
                <a:ea typeface="Public Sans Light" pitchFamily="34" charset="-122"/>
                <a:cs typeface="Public Sans Light" pitchFamily="34" charset="-120"/>
              </a:rPr>
              <a:t>Core goals the system is designed to achieve.</a:t>
            </a:r>
            <a:endParaRPr lang="en-US" sz="1150" dirty="0"/>
          </a:p>
        </p:txBody>
      </p:sp>
      <p:pic>
        <p:nvPicPr>
          <p:cNvPr id="22" name="Image 8"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935141"/>
            <a:ext cx="5373851" cy="1321594"/>
          </a:xfrm>
          <a:prstGeom prst="rect">
            <a:avLst/>
          </a:prstGeom>
        </p:spPr>
      </p:pic>
      <p:pic>
        <p:nvPicPr>
          <p:cNvPr id="23" name="Image 9"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57667" y="5071269"/>
            <a:ext cx="181367" cy="181372"/>
          </a:xfrm>
          <a:prstGeom prst="rect">
            <a:avLst/>
          </a:prstGeom>
        </p:spPr>
      </p:pic>
      <p:sp>
        <p:nvSpPr>
          <p:cNvPr id="24" name="Text 12"/>
          <p:cNvSpPr/>
          <p:nvPr/>
        </p:nvSpPr>
        <p:spPr>
          <a:xfrm>
            <a:off x="831730" y="5539978"/>
            <a:ext cx="5033340" cy="283468"/>
          </a:xfrm>
          <a:prstGeom prst="rect">
            <a:avLst/>
          </a:prstGeom>
          <a:noFill/>
          <a:ln/>
        </p:spPr>
        <p:txBody>
          <a:bodyPr wrap="none" lIns="0" tIns="0" rIns="0" bIns="0" rtlCol="0" anchor="t"/>
          <a:lstStyle/>
          <a:p>
            <a:pPr marL="0" indent="0" algn="l">
              <a:lnSpc>
                <a:spcPct val="104000"/>
              </a:lnSpc>
              <a:buNone/>
            </a:pPr>
            <a:r>
              <a:rPr lang="en-US" sz="1750" dirty="0">
                <a:solidFill>
                  <a:srgbClr val="1B365D"/>
                </a:solidFill>
                <a:latin typeface="Source Serif 4" pitchFamily="34" charset="0"/>
                <a:ea typeface="Source Serif 4" pitchFamily="34" charset="-122"/>
                <a:cs typeface="Source Serif 4" pitchFamily="34" charset="-120"/>
              </a:rPr>
              <a:t>Entities &amp; Attributes</a:t>
            </a:r>
            <a:endParaRPr lang="en-US" sz="1750" dirty="0"/>
          </a:p>
        </p:txBody>
      </p:sp>
      <p:sp>
        <p:nvSpPr>
          <p:cNvPr id="25" name="Text 13"/>
          <p:cNvSpPr/>
          <p:nvPr/>
        </p:nvSpPr>
        <p:spPr>
          <a:xfrm>
            <a:off x="831730" y="5895975"/>
            <a:ext cx="5033340" cy="190500"/>
          </a:xfrm>
          <a:prstGeom prst="rect">
            <a:avLst/>
          </a:prstGeom>
          <a:noFill/>
          <a:ln/>
        </p:spPr>
        <p:txBody>
          <a:bodyPr wrap="none" lIns="0" tIns="0" rIns="0" bIns="0" rtlCol="0" anchor="t"/>
          <a:lstStyle/>
          <a:p>
            <a:pPr marL="0" indent="0" algn="l">
              <a:lnSpc>
                <a:spcPct val="105000"/>
              </a:lnSpc>
              <a:buNone/>
            </a:pPr>
            <a:r>
              <a:rPr lang="en-US" sz="1150" dirty="0">
                <a:solidFill>
                  <a:srgbClr val="1B365D"/>
                </a:solidFill>
                <a:latin typeface="Public Sans Light" pitchFamily="34" charset="0"/>
                <a:ea typeface="Public Sans Light" pitchFamily="34" charset="-122"/>
                <a:cs typeface="Public Sans Light" pitchFamily="34" charset="-120"/>
              </a:rPr>
              <a:t>All 8 database entities with PKs, FKs, and attributes.</a:t>
            </a:r>
            <a:endParaRPr lang="en-US" sz="1150" dirty="0"/>
          </a:p>
        </p:txBody>
      </p:sp>
      <p:pic>
        <p:nvPicPr>
          <p:cNvPr id="26" name="Image 1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56270" y="4935141"/>
            <a:ext cx="5373950" cy="1321594"/>
          </a:xfrm>
          <a:prstGeom prst="rect">
            <a:avLst/>
          </a:prstGeom>
        </p:spPr>
      </p:pic>
      <p:pic>
        <p:nvPicPr>
          <p:cNvPr id="27" name="Image 11"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2562" y="5071269"/>
            <a:ext cx="181367" cy="181372"/>
          </a:xfrm>
          <a:prstGeom prst="rect">
            <a:avLst/>
          </a:prstGeom>
        </p:spPr>
      </p:pic>
      <p:sp>
        <p:nvSpPr>
          <p:cNvPr id="28" name="Text 14"/>
          <p:cNvSpPr/>
          <p:nvPr/>
        </p:nvSpPr>
        <p:spPr>
          <a:xfrm>
            <a:off x="6326525" y="5539978"/>
            <a:ext cx="5033440" cy="283468"/>
          </a:xfrm>
          <a:prstGeom prst="rect">
            <a:avLst/>
          </a:prstGeom>
          <a:noFill/>
          <a:ln/>
        </p:spPr>
        <p:txBody>
          <a:bodyPr wrap="none" lIns="0" tIns="0" rIns="0" bIns="0" rtlCol="0" anchor="t"/>
          <a:lstStyle/>
          <a:p>
            <a:pPr marL="0" indent="0" algn="l">
              <a:lnSpc>
                <a:spcPct val="104000"/>
              </a:lnSpc>
              <a:buNone/>
            </a:pPr>
            <a:r>
              <a:rPr lang="en-US" sz="1750" dirty="0">
                <a:solidFill>
                  <a:srgbClr val="1B365D"/>
                </a:solidFill>
                <a:latin typeface="Source Serif 4" pitchFamily="34" charset="0"/>
                <a:ea typeface="Source Serif 4" pitchFamily="34" charset="-122"/>
                <a:cs typeface="Source Serif 4" pitchFamily="34" charset="-120"/>
              </a:rPr>
              <a:t>ER Diagram &amp; Sample Data</a:t>
            </a:r>
            <a:endParaRPr lang="en-US" sz="1750" dirty="0"/>
          </a:p>
        </p:txBody>
      </p:sp>
      <p:sp>
        <p:nvSpPr>
          <p:cNvPr id="29" name="Text 15"/>
          <p:cNvSpPr/>
          <p:nvPr/>
        </p:nvSpPr>
        <p:spPr>
          <a:xfrm>
            <a:off x="6326525" y="5895975"/>
            <a:ext cx="5033440" cy="190500"/>
          </a:xfrm>
          <a:prstGeom prst="rect">
            <a:avLst/>
          </a:prstGeom>
          <a:noFill/>
          <a:ln/>
        </p:spPr>
        <p:txBody>
          <a:bodyPr wrap="none" lIns="0" tIns="0" rIns="0" bIns="0" rtlCol="0" anchor="t"/>
          <a:lstStyle/>
          <a:p>
            <a:pPr marL="0" indent="0" algn="l">
              <a:lnSpc>
                <a:spcPct val="105000"/>
              </a:lnSpc>
              <a:buNone/>
            </a:pPr>
            <a:r>
              <a:rPr lang="en-US" sz="1150" dirty="0">
                <a:solidFill>
                  <a:srgbClr val="1B365D"/>
                </a:solidFill>
                <a:latin typeface="Public Sans Light" pitchFamily="34" charset="0"/>
                <a:ea typeface="Public Sans Light" pitchFamily="34" charset="-122"/>
                <a:cs typeface="Public Sans Light" pitchFamily="34" charset="-120"/>
              </a:rPr>
              <a:t>Relationships and authentic sample database records.</a:t>
            </a:r>
            <a:endParaRPr lang="en-US" sz="1150" dirty="0"/>
          </a:p>
        </p:txBody>
      </p:sp>
      <p:grpSp>
        <p:nvGrpSpPr>
          <p:cNvPr id="32" name="Group 31">
            <a:extLst>
              <a:ext uri="{FF2B5EF4-FFF2-40B4-BE49-F238E27FC236}">
                <a16:creationId xmlns:a16="http://schemas.microsoft.com/office/drawing/2014/main" id="{F1E953F3-0A41-5B9A-BD06-CBE5684BEC60}"/>
              </a:ext>
            </a:extLst>
          </p:cNvPr>
          <p:cNvGrpSpPr/>
          <p:nvPr/>
        </p:nvGrpSpPr>
        <p:grpSpPr>
          <a:xfrm>
            <a:off x="11028512" y="6615110"/>
            <a:ext cx="1026720" cy="122400"/>
            <a:chOff x="11028512" y="6615110"/>
            <a:chExt cx="1026720" cy="122400"/>
          </a:xfrm>
        </p:grpSpPr>
        <mc:AlternateContent xmlns:mc="http://schemas.openxmlformats.org/markup-compatibility/2006" xmlns:p14="http://schemas.microsoft.com/office/powerpoint/2010/main">
          <mc:Choice Requires="p14">
            <p:contentPart p14:bwMode="auto" r:id="rId10">
              <p14:nvContentPartPr>
                <p14:cNvPr id="30" name="Ink 29">
                  <a:extLst>
                    <a:ext uri="{FF2B5EF4-FFF2-40B4-BE49-F238E27FC236}">
                      <a16:creationId xmlns:a16="http://schemas.microsoft.com/office/drawing/2014/main" id="{B87B95A1-504E-9937-3B07-0865A4064254}"/>
                    </a:ext>
                  </a:extLst>
                </p14:cNvPr>
                <p14:cNvContentPartPr/>
                <p14:nvPr/>
              </p14:nvContentPartPr>
              <p14:xfrm>
                <a:off x="11127152" y="6680630"/>
                <a:ext cx="928080" cy="56880"/>
              </p14:xfrm>
            </p:contentPart>
          </mc:Choice>
          <mc:Fallback xmlns="">
            <p:pic>
              <p:nvPicPr>
                <p:cNvPr id="30" name="Ink 29">
                  <a:extLst>
                    <a:ext uri="{FF2B5EF4-FFF2-40B4-BE49-F238E27FC236}">
                      <a16:creationId xmlns:a16="http://schemas.microsoft.com/office/drawing/2014/main" id="{B87B95A1-504E-9937-3B07-0865A4064254}"/>
                    </a:ext>
                  </a:extLst>
                </p:cNvPr>
                <p:cNvPicPr/>
                <p:nvPr/>
              </p:nvPicPr>
              <p:blipFill>
                <a:blip r:embed="rId11"/>
                <a:stretch>
                  <a:fillRect/>
                </a:stretch>
              </p:blipFill>
              <p:spPr>
                <a:xfrm>
                  <a:off x="11064512" y="6617630"/>
                  <a:ext cx="10537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1" name="Ink 30">
                  <a:extLst>
                    <a:ext uri="{FF2B5EF4-FFF2-40B4-BE49-F238E27FC236}">
                      <a16:creationId xmlns:a16="http://schemas.microsoft.com/office/drawing/2014/main" id="{B0CED2B2-D57B-D769-2B4E-DAABAC1241DF}"/>
                    </a:ext>
                  </a:extLst>
                </p14:cNvPr>
                <p14:cNvContentPartPr/>
                <p14:nvPr/>
              </p14:nvContentPartPr>
              <p14:xfrm>
                <a:off x="11028512" y="6615110"/>
                <a:ext cx="966960" cy="23040"/>
              </p14:xfrm>
            </p:contentPart>
          </mc:Choice>
          <mc:Fallback xmlns="">
            <p:pic>
              <p:nvPicPr>
                <p:cNvPr id="31" name="Ink 30">
                  <a:extLst>
                    <a:ext uri="{FF2B5EF4-FFF2-40B4-BE49-F238E27FC236}">
                      <a16:creationId xmlns:a16="http://schemas.microsoft.com/office/drawing/2014/main" id="{B0CED2B2-D57B-D769-2B4E-DAABAC1241DF}"/>
                    </a:ext>
                  </a:extLst>
                </p:cNvPr>
                <p:cNvPicPr/>
                <p:nvPr/>
              </p:nvPicPr>
              <p:blipFill>
                <a:blip r:embed="rId13"/>
                <a:stretch>
                  <a:fillRect/>
                </a:stretch>
              </p:blipFill>
              <p:spPr>
                <a:xfrm>
                  <a:off x="10965872" y="6552470"/>
                  <a:ext cx="1092600" cy="148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33" name="Ink 32">
                <a:extLst>
                  <a:ext uri="{FF2B5EF4-FFF2-40B4-BE49-F238E27FC236}">
                    <a16:creationId xmlns:a16="http://schemas.microsoft.com/office/drawing/2014/main" id="{A397C50E-77DD-729C-D88B-4C51D09445CD}"/>
                  </a:ext>
                </a:extLst>
              </p14:cNvPr>
              <p14:cNvContentPartPr/>
              <p14:nvPr/>
            </p14:nvContentPartPr>
            <p14:xfrm>
              <a:off x="11886392" y="6764510"/>
              <a:ext cx="131760" cy="360"/>
            </p14:xfrm>
          </p:contentPart>
        </mc:Choice>
        <mc:Fallback xmlns="">
          <p:pic>
            <p:nvPicPr>
              <p:cNvPr id="33" name="Ink 32">
                <a:extLst>
                  <a:ext uri="{FF2B5EF4-FFF2-40B4-BE49-F238E27FC236}">
                    <a16:creationId xmlns:a16="http://schemas.microsoft.com/office/drawing/2014/main" id="{A397C50E-77DD-729C-D88B-4C51D09445CD}"/>
                  </a:ext>
                </a:extLst>
              </p:cNvPr>
              <p:cNvPicPr/>
              <p:nvPr/>
            </p:nvPicPr>
            <p:blipFill>
              <a:blip r:embed="rId15"/>
              <a:stretch>
                <a:fillRect/>
              </a:stretch>
            </p:blipFill>
            <p:spPr>
              <a:xfrm>
                <a:off x="11823752" y="6701870"/>
                <a:ext cx="257400" cy="12600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1890216"/>
          </a:xfrm>
          <a:prstGeom prst="rect">
            <a:avLst/>
          </a:prstGeom>
        </p:spPr>
      </p:pic>
      <p:sp>
        <p:nvSpPr>
          <p:cNvPr id="3" name="Shape 0"/>
          <p:cNvSpPr/>
          <p:nvPr/>
        </p:nvSpPr>
        <p:spPr>
          <a:xfrm>
            <a:off x="661475" y="2410023"/>
            <a:ext cx="810101" cy="229691"/>
          </a:xfrm>
          <a:prstGeom prst="roundRect">
            <a:avLst>
              <a:gd name="adj" fmla="val 7900"/>
            </a:avLst>
          </a:prstGeom>
          <a:solidFill>
            <a:srgbClr val="F5E6CC"/>
          </a:solidFill>
          <a:ln/>
        </p:spPr>
      </p:sp>
      <p:sp>
        <p:nvSpPr>
          <p:cNvPr id="4" name="Text 1"/>
          <p:cNvSpPr/>
          <p:nvPr/>
        </p:nvSpPr>
        <p:spPr>
          <a:xfrm>
            <a:off x="752159" y="2455366"/>
            <a:ext cx="1238318" cy="139005"/>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Public Sans Light" pitchFamily="34" charset="0"/>
                <a:ea typeface="Public Sans Light" pitchFamily="34" charset="-122"/>
                <a:cs typeface="Public Sans Light" pitchFamily="34" charset="-120"/>
              </a:rPr>
              <a:t>ABSTRACT</a:t>
            </a:r>
            <a:endParaRPr lang="en-US" sz="950" dirty="0"/>
          </a:p>
        </p:txBody>
      </p:sp>
      <p:sp>
        <p:nvSpPr>
          <p:cNvPr id="5" name="Text 2"/>
          <p:cNvSpPr/>
          <p:nvPr/>
        </p:nvSpPr>
        <p:spPr>
          <a:xfrm>
            <a:off x="661475" y="2688034"/>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0D0D0D"/>
                </a:solidFill>
                <a:latin typeface="Source Serif 4" pitchFamily="34" charset="0"/>
                <a:ea typeface="Source Serif 4" pitchFamily="34" charset="-122"/>
                <a:cs typeface="Source Serif 4" pitchFamily="34" charset="-120"/>
              </a:rPr>
              <a:t>Abstract &amp; System Scope</a:t>
            </a:r>
            <a:endParaRPr lang="en-US" sz="2950" dirty="0"/>
          </a:p>
        </p:txBody>
      </p:sp>
      <p:sp>
        <p:nvSpPr>
          <p:cNvPr id="6" name="Text 3"/>
          <p:cNvSpPr/>
          <p:nvPr/>
        </p:nvSpPr>
        <p:spPr>
          <a:xfrm>
            <a:off x="661475" y="3462834"/>
            <a:ext cx="5474654" cy="236240"/>
          </a:xfrm>
          <a:prstGeom prst="rect">
            <a:avLst/>
          </a:prstGeom>
          <a:noFill/>
          <a:ln/>
        </p:spPr>
        <p:txBody>
          <a:bodyPr wrap="none" lIns="0" tIns="0" rIns="0" bIns="0" rtlCol="0" anchor="t"/>
          <a:lstStyle/>
          <a:p>
            <a:pPr marL="0" indent="0" algn="l">
              <a:lnSpc>
                <a:spcPct val="104000"/>
              </a:lnSpc>
              <a:buNone/>
            </a:pPr>
            <a:r>
              <a:rPr lang="en-US" sz="1450" dirty="0">
                <a:solidFill>
                  <a:srgbClr val="0D0D0D"/>
                </a:solidFill>
                <a:latin typeface="Source Serif 4" pitchFamily="34" charset="0"/>
                <a:ea typeface="Source Serif 4" pitchFamily="34" charset="-122"/>
                <a:cs typeface="Source Serif 4" pitchFamily="34" charset="-120"/>
              </a:rPr>
              <a:t>Abstract</a:t>
            </a:r>
            <a:endParaRPr lang="en-US" sz="1450" dirty="0"/>
          </a:p>
        </p:txBody>
      </p:sp>
      <p:sp>
        <p:nvSpPr>
          <p:cNvPr id="7" name="Text 4"/>
          <p:cNvSpPr/>
          <p:nvPr/>
        </p:nvSpPr>
        <p:spPr>
          <a:xfrm>
            <a:off x="661475" y="3820021"/>
            <a:ext cx="5474654" cy="2013843"/>
          </a:xfrm>
          <a:prstGeom prst="rect">
            <a:avLst/>
          </a:prstGeom>
          <a:noFill/>
          <a:ln/>
        </p:spPr>
        <p:txBody>
          <a:bodyPr wrap="square" lIns="0" tIns="0" rIns="0" bIns="0" rtlCol="0" anchor="t">
            <a:normAutofit/>
          </a:bodyPr>
          <a:lstStyle/>
          <a:p>
            <a:pPr marL="0" indent="0" algn="l">
              <a:lnSpc>
                <a:spcPct val="105000"/>
              </a:lnSpc>
              <a:spcAft>
                <a:spcPts val="850"/>
              </a:spcAft>
              <a:buNone/>
            </a:pPr>
            <a:r>
              <a:rPr lang="en-US" sz="1150" dirty="0">
                <a:solidFill>
                  <a:srgbClr val="1B365D"/>
                </a:solidFill>
                <a:latin typeface="Public Sans Light" pitchFamily="34" charset="0"/>
                <a:ea typeface="Public Sans Light" pitchFamily="34" charset="-122"/>
                <a:cs typeface="Public Sans Light" pitchFamily="34" charset="-120"/>
              </a:rPr>
              <a:t>License Hub is a centralized Database Management System designed to streamline software license and inventory management across college laboratories. The system provides IT administrators and lab in-charges with a unified platform to monitor software versions, track license validity, manage computer assets, log installations, and automate renewal workflows — eliminating manual processes and ensuring full software compliance.</a:t>
            </a:r>
            <a:endParaRPr lang="en-US" sz="1150" dirty="0"/>
          </a:p>
          <a:p>
            <a:pPr marL="0" indent="0" algn="l">
              <a:lnSpc>
                <a:spcPct val="105000"/>
              </a:lnSpc>
              <a:buNone/>
            </a:pPr>
            <a:r>
              <a:rPr lang="en-US" sz="1150" dirty="0">
                <a:solidFill>
                  <a:srgbClr val="1B365D"/>
                </a:solidFill>
                <a:latin typeface="Public Sans Light" pitchFamily="34" charset="0"/>
                <a:ea typeface="Public Sans Light" pitchFamily="34" charset="-122"/>
                <a:cs typeface="Public Sans Light" pitchFamily="34" charset="-120"/>
              </a:rPr>
              <a:t>Built on a normalized relational database with 8 core entities, License Hub replaces fragmented spreadsheet-based tracking with structured, query-driven data management, reducing compliance risk and administrative overhead significantly.</a:t>
            </a:r>
            <a:endParaRPr lang="en-US" sz="1150" dirty="0"/>
          </a:p>
        </p:txBody>
      </p:sp>
      <p:sp>
        <p:nvSpPr>
          <p:cNvPr id="8" name="Text 5"/>
          <p:cNvSpPr/>
          <p:nvPr/>
        </p:nvSpPr>
        <p:spPr>
          <a:xfrm>
            <a:off x="6511365" y="3462834"/>
            <a:ext cx="5025106" cy="236240"/>
          </a:xfrm>
          <a:prstGeom prst="rect">
            <a:avLst/>
          </a:prstGeom>
          <a:noFill/>
          <a:ln/>
        </p:spPr>
        <p:txBody>
          <a:bodyPr wrap="none" lIns="0" tIns="0" rIns="0" bIns="0" rtlCol="0" anchor="t"/>
          <a:lstStyle/>
          <a:p>
            <a:pPr marL="0" indent="0" algn="l">
              <a:lnSpc>
                <a:spcPct val="104000"/>
              </a:lnSpc>
              <a:buNone/>
            </a:pPr>
            <a:r>
              <a:rPr lang="en-US" sz="1450" dirty="0">
                <a:solidFill>
                  <a:srgbClr val="0D0D0D"/>
                </a:solidFill>
                <a:latin typeface="Source Serif 4" pitchFamily="34" charset="0"/>
                <a:ea typeface="Source Serif 4" pitchFamily="34" charset="-122"/>
                <a:cs typeface="Source Serif 4" pitchFamily="34" charset="-120"/>
              </a:rPr>
              <a:t>System Scope</a:t>
            </a:r>
            <a:endParaRPr lang="en-US" sz="1450" dirty="0"/>
          </a:p>
        </p:txBody>
      </p:sp>
      <p:sp>
        <p:nvSpPr>
          <p:cNvPr id="9" name="Text 6"/>
          <p:cNvSpPr/>
          <p:nvPr/>
        </p:nvSpPr>
        <p:spPr>
          <a:xfrm>
            <a:off x="6511365" y="3820021"/>
            <a:ext cx="5025106" cy="1841302"/>
          </a:xfrm>
          <a:prstGeom prst="rect">
            <a:avLst/>
          </a:prstGeom>
          <a:noFill/>
          <a:ln/>
        </p:spPr>
        <p:txBody>
          <a:bodyPr wrap="square" lIns="0" tIns="60486" rIns="0" bIns="0" rtlCol="0" anchor="t">
            <a:normAutofit/>
          </a:bodyPr>
          <a:lstStyle/>
          <a:p>
            <a:pPr marL="233680" indent="-233680" algn="l">
              <a:lnSpc>
                <a:spcPct val="105000"/>
              </a:lnSpc>
              <a:buSzPct val="100000"/>
              <a:buChar char="•"/>
            </a:pPr>
            <a:r>
              <a:rPr lang="en-US" sz="1150" b="1" dirty="0">
                <a:solidFill>
                  <a:srgbClr val="1B365D"/>
                </a:solidFill>
                <a:latin typeface="Public Sans Bold" pitchFamily="34" charset="0"/>
                <a:ea typeface="Public Sans Bold" pitchFamily="34" charset="-122"/>
                <a:cs typeface="Public Sans Bold" pitchFamily="34" charset="-120"/>
              </a:rPr>
              <a:t>In Scope:</a:t>
            </a:r>
            <a:r>
              <a:rPr lang="en-US" sz="1150" dirty="0">
                <a:solidFill>
                  <a:srgbClr val="1B365D"/>
                </a:solidFill>
                <a:latin typeface="Public Sans Light" pitchFamily="34" charset="0"/>
                <a:ea typeface="Public Sans Light" pitchFamily="34" charset="-122"/>
                <a:cs typeface="Public Sans Light" pitchFamily="34" charset="-120"/>
              </a:rPr>
              <a:t> Software catalog management, license lifecycle tracking, lab and computer system records, installation logging, and renewal request management.</a:t>
            </a:r>
            <a:endParaRPr lang="en-US" sz="1150" dirty="0"/>
          </a:p>
          <a:p>
            <a:pPr marL="233680" indent="-233680" algn="l">
              <a:lnSpc>
                <a:spcPct val="105000"/>
              </a:lnSpc>
              <a:buSzPct val="100000"/>
              <a:buChar char="•"/>
            </a:pPr>
            <a:r>
              <a:rPr lang="en-US" sz="1150" b="1" dirty="0">
                <a:solidFill>
                  <a:srgbClr val="1B365D"/>
                </a:solidFill>
                <a:latin typeface="Public Sans Bold" pitchFamily="34" charset="0"/>
                <a:ea typeface="Public Sans Bold" pitchFamily="34" charset="-122"/>
                <a:cs typeface="Public Sans Bold" pitchFamily="34" charset="-120"/>
              </a:rPr>
              <a:t>Users:</a:t>
            </a:r>
            <a:r>
              <a:rPr lang="en-US" sz="1150" dirty="0">
                <a:solidFill>
                  <a:srgbClr val="1B365D"/>
                </a:solidFill>
                <a:latin typeface="Public Sans Light" pitchFamily="34" charset="0"/>
                <a:ea typeface="Public Sans Light" pitchFamily="34" charset="-122"/>
                <a:cs typeface="Public Sans Light" pitchFamily="34" charset="-120"/>
              </a:rPr>
              <a:t> IT Administrators, Lab In-Charges, Department Heads, and Vendor contacts.</a:t>
            </a:r>
            <a:endParaRPr lang="en-US" sz="1150" dirty="0"/>
          </a:p>
          <a:p>
            <a:pPr marL="233680" indent="-233680" algn="l">
              <a:lnSpc>
                <a:spcPct val="105000"/>
              </a:lnSpc>
              <a:buSzPct val="100000"/>
              <a:buChar char="•"/>
            </a:pPr>
            <a:r>
              <a:rPr lang="en-US" sz="1150" b="1" dirty="0">
                <a:solidFill>
                  <a:srgbClr val="1B365D"/>
                </a:solidFill>
                <a:latin typeface="Public Sans Bold" pitchFamily="34" charset="0"/>
                <a:ea typeface="Public Sans Bold" pitchFamily="34" charset="-122"/>
                <a:cs typeface="Public Sans Bold" pitchFamily="34" charset="-120"/>
              </a:rPr>
              <a:t>Technology Context:</a:t>
            </a:r>
            <a:r>
              <a:rPr lang="en-US" sz="1150" dirty="0">
                <a:solidFill>
                  <a:srgbClr val="1B365D"/>
                </a:solidFill>
                <a:latin typeface="Public Sans Light" pitchFamily="34" charset="0"/>
                <a:ea typeface="Public Sans Light" pitchFamily="34" charset="-122"/>
                <a:cs typeface="Public Sans Light" pitchFamily="34" charset="-120"/>
              </a:rPr>
              <a:t> Relational DBMS (e.g., MySQL/PostgreSQL) with structured ER design.</a:t>
            </a:r>
            <a:endParaRPr lang="en-US" sz="1150" dirty="0"/>
          </a:p>
          <a:p>
            <a:pPr marL="233680" indent="-233680" algn="l">
              <a:lnSpc>
                <a:spcPct val="105000"/>
              </a:lnSpc>
              <a:buSzPct val="100000"/>
              <a:buChar char="•"/>
            </a:pPr>
            <a:r>
              <a:rPr lang="en-US" sz="1150" b="1" dirty="0">
                <a:solidFill>
                  <a:srgbClr val="1B365D"/>
                </a:solidFill>
                <a:latin typeface="Public Sans Bold" pitchFamily="34" charset="0"/>
                <a:ea typeface="Public Sans Bold" pitchFamily="34" charset="-122"/>
                <a:cs typeface="Public Sans Bold" pitchFamily="34" charset="-120"/>
              </a:rPr>
              <a:t>Out of Scope:</a:t>
            </a:r>
            <a:r>
              <a:rPr lang="en-US" sz="1150" dirty="0">
                <a:solidFill>
                  <a:srgbClr val="1B365D"/>
                </a:solidFill>
                <a:latin typeface="Public Sans Light" pitchFamily="34" charset="0"/>
                <a:ea typeface="Public Sans Light" pitchFamily="34" charset="-122"/>
                <a:cs typeface="Public Sans Light" pitchFamily="34" charset="-120"/>
              </a:rPr>
              <a:t> Automatic software deployment, billing/payment gateway integration, and end-user self-service portals.</a:t>
            </a:r>
            <a:endParaRPr lang="en-US" sz="1150" dirty="0"/>
          </a:p>
        </p:txBody>
      </p:sp>
      <p:grpSp>
        <p:nvGrpSpPr>
          <p:cNvPr id="12" name="Group 11">
            <a:extLst>
              <a:ext uri="{FF2B5EF4-FFF2-40B4-BE49-F238E27FC236}">
                <a16:creationId xmlns:a16="http://schemas.microsoft.com/office/drawing/2014/main" id="{D3646667-0689-65EC-93B6-CE77E4CE4BCD}"/>
              </a:ext>
            </a:extLst>
          </p:cNvPr>
          <p:cNvGrpSpPr/>
          <p:nvPr/>
        </p:nvGrpSpPr>
        <p:grpSpPr>
          <a:xfrm>
            <a:off x="11084672" y="6594950"/>
            <a:ext cx="961560" cy="114480"/>
            <a:chOff x="11084672" y="6594950"/>
            <a:chExt cx="961560" cy="114480"/>
          </a:xfrm>
        </p:grpSpPr>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E106D88C-7C81-FD6F-6862-1C5D0FB18CD4}"/>
                    </a:ext>
                  </a:extLst>
                </p14:cNvPr>
                <p14:cNvContentPartPr/>
                <p14:nvPr/>
              </p14:nvContentPartPr>
              <p14:xfrm>
                <a:off x="11084672" y="6652190"/>
                <a:ext cx="961560" cy="57240"/>
              </p14:xfrm>
            </p:contentPart>
          </mc:Choice>
          <mc:Fallback xmlns="">
            <p:pic>
              <p:nvPicPr>
                <p:cNvPr id="10" name="Ink 9">
                  <a:extLst>
                    <a:ext uri="{FF2B5EF4-FFF2-40B4-BE49-F238E27FC236}">
                      <a16:creationId xmlns:a16="http://schemas.microsoft.com/office/drawing/2014/main" id="{E106D88C-7C81-FD6F-6862-1C5D0FB18CD4}"/>
                    </a:ext>
                  </a:extLst>
                </p:cNvPr>
                <p:cNvPicPr/>
                <p:nvPr/>
              </p:nvPicPr>
              <p:blipFill>
                <a:blip r:embed="rId5"/>
                <a:stretch>
                  <a:fillRect/>
                </a:stretch>
              </p:blipFill>
              <p:spPr>
                <a:xfrm>
                  <a:off x="11021672" y="6589190"/>
                  <a:ext cx="108720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EF4BDBFE-6FAB-B3FD-7B16-D199ADC52ED5}"/>
                    </a:ext>
                  </a:extLst>
                </p14:cNvPr>
                <p14:cNvContentPartPr/>
                <p14:nvPr/>
              </p14:nvContentPartPr>
              <p14:xfrm>
                <a:off x="11233712" y="6594950"/>
                <a:ext cx="812520" cy="29880"/>
              </p14:xfrm>
            </p:contentPart>
          </mc:Choice>
          <mc:Fallback xmlns="">
            <p:pic>
              <p:nvPicPr>
                <p:cNvPr id="11" name="Ink 10">
                  <a:extLst>
                    <a:ext uri="{FF2B5EF4-FFF2-40B4-BE49-F238E27FC236}">
                      <a16:creationId xmlns:a16="http://schemas.microsoft.com/office/drawing/2014/main" id="{EF4BDBFE-6FAB-B3FD-7B16-D199ADC52ED5}"/>
                    </a:ext>
                  </a:extLst>
                </p:cNvPr>
                <p:cNvPicPr/>
                <p:nvPr/>
              </p:nvPicPr>
              <p:blipFill>
                <a:blip r:embed="rId7"/>
                <a:stretch>
                  <a:fillRect/>
                </a:stretch>
              </p:blipFill>
              <p:spPr>
                <a:xfrm>
                  <a:off x="11170712" y="6531950"/>
                  <a:ext cx="938160" cy="155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02B2CE68-6E78-98C2-61F8-04E92859128C}"/>
                  </a:ext>
                </a:extLst>
              </p14:cNvPr>
              <p14:cNvContentPartPr/>
              <p14:nvPr/>
            </p14:nvContentPartPr>
            <p14:xfrm>
              <a:off x="11121752" y="6773870"/>
              <a:ext cx="177840" cy="360"/>
            </p14:xfrm>
          </p:contentPart>
        </mc:Choice>
        <mc:Fallback xmlns="">
          <p:pic>
            <p:nvPicPr>
              <p:cNvPr id="13" name="Ink 12">
                <a:extLst>
                  <a:ext uri="{FF2B5EF4-FFF2-40B4-BE49-F238E27FC236}">
                    <a16:creationId xmlns:a16="http://schemas.microsoft.com/office/drawing/2014/main" id="{02B2CE68-6E78-98C2-61F8-04E92859128C}"/>
                  </a:ext>
                </a:extLst>
              </p:cNvPr>
              <p:cNvPicPr/>
              <p:nvPr/>
            </p:nvPicPr>
            <p:blipFill>
              <a:blip r:embed="rId9"/>
              <a:stretch>
                <a:fillRect/>
              </a:stretch>
            </p:blipFill>
            <p:spPr>
              <a:xfrm>
                <a:off x="11059112" y="6710870"/>
                <a:ext cx="303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E6B31B48-60DC-E397-9BA7-D2589B051C27}"/>
                  </a:ext>
                </a:extLst>
              </p14:cNvPr>
              <p14:cNvContentPartPr/>
              <p14:nvPr/>
            </p14:nvContentPartPr>
            <p14:xfrm>
              <a:off x="10690832" y="5977131"/>
              <a:ext cx="1357560" cy="806400"/>
            </p14:xfrm>
          </p:contentPart>
        </mc:Choice>
        <mc:Fallback xmlns="">
          <p:pic>
            <p:nvPicPr>
              <p:cNvPr id="15" name="Ink 14">
                <a:extLst>
                  <a:ext uri="{FF2B5EF4-FFF2-40B4-BE49-F238E27FC236}">
                    <a16:creationId xmlns:a16="http://schemas.microsoft.com/office/drawing/2014/main" id="{E6B31B48-60DC-E397-9BA7-D2589B051C27}"/>
                  </a:ext>
                </a:extLst>
              </p:cNvPr>
              <p:cNvPicPr/>
              <p:nvPr/>
            </p:nvPicPr>
            <p:blipFill>
              <a:blip r:embed="rId11"/>
              <a:stretch>
                <a:fillRect/>
              </a:stretch>
            </p:blipFill>
            <p:spPr>
              <a:xfrm>
                <a:off x="10628192" y="5914131"/>
                <a:ext cx="1483200" cy="932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40B645F5-E00E-22DC-F4EF-2982C8F70122}"/>
                  </a:ext>
                </a:extLst>
              </p14:cNvPr>
              <p14:cNvContentPartPr/>
              <p14:nvPr/>
            </p14:nvContentPartPr>
            <p14:xfrm>
              <a:off x="11555192" y="6689542"/>
              <a:ext cx="528120" cy="47880"/>
            </p14:xfrm>
          </p:contentPart>
        </mc:Choice>
        <mc:Fallback xmlns="">
          <p:pic>
            <p:nvPicPr>
              <p:cNvPr id="16" name="Ink 15">
                <a:extLst>
                  <a:ext uri="{FF2B5EF4-FFF2-40B4-BE49-F238E27FC236}">
                    <a16:creationId xmlns:a16="http://schemas.microsoft.com/office/drawing/2014/main" id="{40B645F5-E00E-22DC-F4EF-2982C8F70122}"/>
                  </a:ext>
                </a:extLst>
              </p:cNvPr>
              <p:cNvPicPr/>
              <p:nvPr/>
            </p:nvPicPr>
            <p:blipFill>
              <a:blip r:embed="rId13"/>
              <a:stretch>
                <a:fillRect/>
              </a:stretch>
            </p:blipFill>
            <p:spPr>
              <a:xfrm>
                <a:off x="11492192" y="6626902"/>
                <a:ext cx="653760" cy="17352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Shape 0"/>
          <p:cNvSpPr/>
          <p:nvPr/>
        </p:nvSpPr>
        <p:spPr>
          <a:xfrm>
            <a:off x="661475" y="692944"/>
            <a:ext cx="1006648" cy="215305"/>
          </a:xfrm>
          <a:prstGeom prst="roundRect">
            <a:avLst>
              <a:gd name="adj" fmla="val 7901"/>
            </a:avLst>
          </a:prstGeom>
          <a:solidFill>
            <a:srgbClr val="F5E6CC"/>
          </a:solidFill>
          <a:ln/>
        </p:spPr>
      </p:sp>
      <p:sp>
        <p:nvSpPr>
          <p:cNvPr id="4" name="Text 1"/>
          <p:cNvSpPr/>
          <p:nvPr/>
        </p:nvSpPr>
        <p:spPr>
          <a:xfrm>
            <a:off x="746503" y="735409"/>
            <a:ext cx="1446176" cy="130373"/>
          </a:xfrm>
          <a:prstGeom prst="rect">
            <a:avLst/>
          </a:prstGeom>
          <a:noFill/>
          <a:ln/>
        </p:spPr>
        <p:txBody>
          <a:bodyPr wrap="none" lIns="0" tIns="0" rIns="0" bIns="0" rtlCol="0" anchor="t"/>
          <a:lstStyle/>
          <a:p>
            <a:pPr marL="0" indent="0" algn="l">
              <a:lnSpc>
                <a:spcPct val="96000"/>
              </a:lnSpc>
              <a:buNone/>
            </a:pPr>
            <a:r>
              <a:rPr lang="en-US" sz="850" dirty="0">
                <a:solidFill>
                  <a:srgbClr val="000000"/>
                </a:solidFill>
                <a:latin typeface="Public Sans Light" pitchFamily="34" charset="0"/>
                <a:ea typeface="Public Sans Light" pitchFamily="34" charset="-122"/>
                <a:cs typeface="Public Sans Light" pitchFamily="34" charset="-120"/>
              </a:rPr>
              <a:t>INTRODUCTION</a:t>
            </a:r>
            <a:endParaRPr lang="en-US" sz="850" dirty="0"/>
          </a:p>
        </p:txBody>
      </p:sp>
      <p:sp>
        <p:nvSpPr>
          <p:cNvPr id="5" name="Text 2"/>
          <p:cNvSpPr/>
          <p:nvPr/>
        </p:nvSpPr>
        <p:spPr>
          <a:xfrm>
            <a:off x="661475" y="950714"/>
            <a:ext cx="6296860" cy="443012"/>
          </a:xfrm>
          <a:prstGeom prst="rect">
            <a:avLst/>
          </a:prstGeom>
          <a:noFill/>
          <a:ln/>
        </p:spPr>
        <p:txBody>
          <a:bodyPr wrap="none" lIns="0" tIns="0" rIns="0" bIns="0" rtlCol="0" anchor="t"/>
          <a:lstStyle/>
          <a:p>
            <a:pPr marL="0" indent="0" algn="l">
              <a:lnSpc>
                <a:spcPct val="104000"/>
              </a:lnSpc>
              <a:buNone/>
            </a:pPr>
            <a:r>
              <a:rPr lang="en-US" sz="2750" dirty="0">
                <a:solidFill>
                  <a:srgbClr val="0D0D0D"/>
                </a:solidFill>
                <a:latin typeface="Source Serif 4" pitchFamily="34" charset="0"/>
                <a:ea typeface="Source Serif 4" pitchFamily="34" charset="-122"/>
                <a:cs typeface="Source Serif 4" pitchFamily="34" charset="-120"/>
              </a:rPr>
              <a:t>Introduction</a:t>
            </a:r>
            <a:endParaRPr lang="en-US" sz="2750" dirty="0"/>
          </a:p>
        </p:txBody>
      </p:sp>
      <p:sp>
        <p:nvSpPr>
          <p:cNvPr id="6" name="Text 3"/>
          <p:cNvSpPr/>
          <p:nvPr/>
        </p:nvSpPr>
        <p:spPr>
          <a:xfrm>
            <a:off x="661475" y="1553170"/>
            <a:ext cx="6296860" cy="520898"/>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Modern educational institutions rely on a wide variety of licensed software across multiple computer laboratories. Managing this software ecosystem demands a systematic, data-driven approach.</a:t>
            </a:r>
            <a:endParaRPr lang="en-US" sz="1100" dirty="0"/>
          </a:p>
        </p:txBody>
      </p:sp>
      <p:sp>
        <p:nvSpPr>
          <p:cNvPr id="7" name="Shape 4"/>
          <p:cNvSpPr/>
          <p:nvPr/>
        </p:nvSpPr>
        <p:spPr>
          <a:xfrm>
            <a:off x="820915" y="2193627"/>
            <a:ext cx="19050" cy="3971429"/>
          </a:xfrm>
          <a:prstGeom prst="roundRect">
            <a:avLst>
              <a:gd name="adj" fmla="val 49999"/>
            </a:avLst>
          </a:prstGeom>
          <a:solidFill>
            <a:srgbClr val="000000">
              <a:alpha val="8000"/>
            </a:srgbClr>
          </a:solidFill>
          <a:ln/>
        </p:spPr>
      </p:sp>
      <p:sp>
        <p:nvSpPr>
          <p:cNvPr id="8" name="Shape 5"/>
          <p:cNvSpPr/>
          <p:nvPr/>
        </p:nvSpPr>
        <p:spPr>
          <a:xfrm>
            <a:off x="961306" y="2343547"/>
            <a:ext cx="425241" cy="19050"/>
          </a:xfrm>
          <a:prstGeom prst="roundRect">
            <a:avLst>
              <a:gd name="adj" fmla="val 49999"/>
            </a:avLst>
          </a:prstGeom>
          <a:solidFill>
            <a:srgbClr val="262626"/>
          </a:solidFill>
          <a:ln/>
        </p:spPr>
      </p:sp>
      <p:sp>
        <p:nvSpPr>
          <p:cNvPr id="9" name="Shape 6"/>
          <p:cNvSpPr/>
          <p:nvPr/>
        </p:nvSpPr>
        <p:spPr>
          <a:xfrm>
            <a:off x="661475" y="2193627"/>
            <a:ext cx="318881" cy="318889"/>
          </a:xfrm>
          <a:prstGeom prst="roundRect">
            <a:avLst>
              <a:gd name="adj" fmla="val 6669"/>
            </a:avLst>
          </a:prstGeom>
          <a:solidFill>
            <a:srgbClr val="0D0D0D"/>
          </a:solidFill>
          <a:ln/>
        </p:spPr>
      </p:sp>
      <p:sp>
        <p:nvSpPr>
          <p:cNvPr id="10" name="Text 7"/>
          <p:cNvSpPr/>
          <p:nvPr/>
        </p:nvSpPr>
        <p:spPr>
          <a:xfrm>
            <a:off x="714605" y="2220168"/>
            <a:ext cx="212620" cy="265807"/>
          </a:xfrm>
          <a:prstGeom prst="rect">
            <a:avLst/>
          </a:prstGeom>
          <a:noFill/>
          <a:ln/>
        </p:spPr>
        <p:txBody>
          <a:bodyPr wrap="none" lIns="0" tIns="0" rIns="0" bIns="0" rtlCol="0" anchor="ctr"/>
          <a:lstStyle/>
          <a:p>
            <a:pPr marL="0" indent="0" algn="ctr">
              <a:lnSpc>
                <a:spcPct val="100000"/>
              </a:lnSpc>
              <a:buNone/>
            </a:pPr>
            <a:r>
              <a:rPr lang="en-US" sz="1650" dirty="0">
                <a:solidFill>
                  <a:srgbClr val="FFFFFF"/>
                </a:solidFill>
                <a:latin typeface="Source Serif 4" pitchFamily="34" charset="0"/>
                <a:ea typeface="Source Serif 4" pitchFamily="34" charset="-122"/>
                <a:cs typeface="Source Serif 4" pitchFamily="34" charset="-120"/>
              </a:rPr>
              <a:t>1</a:t>
            </a:r>
            <a:endParaRPr lang="en-US" sz="1650" dirty="0"/>
          </a:p>
        </p:txBody>
      </p:sp>
      <p:sp>
        <p:nvSpPr>
          <p:cNvPr id="11" name="Text 8"/>
          <p:cNvSpPr/>
          <p:nvPr/>
        </p:nvSpPr>
        <p:spPr>
          <a:xfrm>
            <a:off x="1529716" y="2220119"/>
            <a:ext cx="5428618" cy="265708"/>
          </a:xfrm>
          <a:prstGeom prst="rect">
            <a:avLst/>
          </a:prstGeom>
          <a:noFill/>
          <a:ln/>
        </p:spPr>
        <p:txBody>
          <a:bodyPr wrap="none" lIns="0" tIns="0" rIns="0" bIns="0" rtlCol="0" anchor="t"/>
          <a:lstStyle/>
          <a:p>
            <a:pPr marL="0" indent="0" algn="l">
              <a:lnSpc>
                <a:spcPct val="104000"/>
              </a:lnSpc>
              <a:buNone/>
            </a:pPr>
            <a:r>
              <a:rPr lang="en-US" sz="1650" dirty="0">
                <a:solidFill>
                  <a:srgbClr val="1B365D"/>
                </a:solidFill>
                <a:latin typeface="Source Serif 4" pitchFamily="34" charset="0"/>
                <a:ea typeface="Source Serif 4" pitchFamily="34" charset="-122"/>
                <a:cs typeface="Source Serif 4" pitchFamily="34" charset="-120"/>
              </a:rPr>
              <a:t>Growing Software Dependency</a:t>
            </a:r>
            <a:endParaRPr lang="en-US" sz="1650" dirty="0"/>
          </a:p>
        </p:txBody>
      </p:sp>
      <p:sp>
        <p:nvSpPr>
          <p:cNvPr id="12" name="Text 9"/>
          <p:cNvSpPr/>
          <p:nvPr/>
        </p:nvSpPr>
        <p:spPr>
          <a:xfrm>
            <a:off x="1529716" y="2549525"/>
            <a:ext cx="5428618" cy="520898"/>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College labs use specialized tools — IDEs, design suites, simulation software, office productivity tools — each with distinct licensing terms, installation limits, and expiry dates.</a:t>
            </a:r>
            <a:endParaRPr lang="en-US" sz="1100" dirty="0"/>
          </a:p>
        </p:txBody>
      </p:sp>
      <p:sp>
        <p:nvSpPr>
          <p:cNvPr id="13" name="Shape 10"/>
          <p:cNvSpPr/>
          <p:nvPr/>
        </p:nvSpPr>
        <p:spPr>
          <a:xfrm>
            <a:off x="961306" y="3432969"/>
            <a:ext cx="425241" cy="19050"/>
          </a:xfrm>
          <a:prstGeom prst="roundRect">
            <a:avLst>
              <a:gd name="adj" fmla="val 49999"/>
            </a:avLst>
          </a:prstGeom>
          <a:solidFill>
            <a:srgbClr val="344F76"/>
          </a:solidFill>
          <a:ln/>
        </p:spPr>
      </p:sp>
      <p:sp>
        <p:nvSpPr>
          <p:cNvPr id="14" name="Shape 11"/>
          <p:cNvSpPr/>
          <p:nvPr/>
        </p:nvSpPr>
        <p:spPr>
          <a:xfrm>
            <a:off x="661475" y="3283049"/>
            <a:ext cx="318881" cy="318889"/>
          </a:xfrm>
          <a:prstGeom prst="roundRect">
            <a:avLst>
              <a:gd name="adj" fmla="val 6669"/>
            </a:avLst>
          </a:prstGeom>
          <a:solidFill>
            <a:srgbClr val="1B365D"/>
          </a:solidFill>
          <a:ln/>
        </p:spPr>
      </p:sp>
      <p:sp>
        <p:nvSpPr>
          <p:cNvPr id="15" name="Text 12"/>
          <p:cNvSpPr/>
          <p:nvPr/>
        </p:nvSpPr>
        <p:spPr>
          <a:xfrm>
            <a:off x="714605" y="3309590"/>
            <a:ext cx="212620" cy="265807"/>
          </a:xfrm>
          <a:prstGeom prst="rect">
            <a:avLst/>
          </a:prstGeom>
          <a:noFill/>
          <a:ln/>
        </p:spPr>
        <p:txBody>
          <a:bodyPr wrap="none" lIns="0" tIns="0" rIns="0" bIns="0" rtlCol="0" anchor="ctr"/>
          <a:lstStyle/>
          <a:p>
            <a:pPr marL="0" indent="0" algn="ctr">
              <a:lnSpc>
                <a:spcPct val="100000"/>
              </a:lnSpc>
              <a:buNone/>
            </a:pPr>
            <a:r>
              <a:rPr lang="en-US" sz="1650" dirty="0">
                <a:solidFill>
                  <a:srgbClr val="FFFFFF"/>
                </a:solidFill>
                <a:latin typeface="Source Serif 4" pitchFamily="34" charset="0"/>
                <a:ea typeface="Source Serif 4" pitchFamily="34" charset="-122"/>
                <a:cs typeface="Source Serif 4" pitchFamily="34" charset="-120"/>
              </a:rPr>
              <a:t>2</a:t>
            </a:r>
            <a:endParaRPr lang="en-US" sz="1650" dirty="0"/>
          </a:p>
        </p:txBody>
      </p:sp>
      <p:sp>
        <p:nvSpPr>
          <p:cNvPr id="16" name="Text 13"/>
          <p:cNvSpPr/>
          <p:nvPr/>
        </p:nvSpPr>
        <p:spPr>
          <a:xfrm>
            <a:off x="1529716" y="3309541"/>
            <a:ext cx="5428618" cy="265708"/>
          </a:xfrm>
          <a:prstGeom prst="rect">
            <a:avLst/>
          </a:prstGeom>
          <a:noFill/>
          <a:ln/>
        </p:spPr>
        <p:txBody>
          <a:bodyPr wrap="none" lIns="0" tIns="0" rIns="0" bIns="0" rtlCol="0" anchor="t"/>
          <a:lstStyle/>
          <a:p>
            <a:pPr marL="0" indent="0" algn="l">
              <a:lnSpc>
                <a:spcPct val="104000"/>
              </a:lnSpc>
              <a:buNone/>
            </a:pPr>
            <a:r>
              <a:rPr lang="en-US" sz="1650" dirty="0">
                <a:solidFill>
                  <a:srgbClr val="1B365D"/>
                </a:solidFill>
                <a:latin typeface="Source Serif 4" pitchFamily="34" charset="0"/>
                <a:ea typeface="Source Serif 4" pitchFamily="34" charset="-122"/>
                <a:cs typeface="Source Serif 4" pitchFamily="34" charset="-120"/>
              </a:rPr>
              <a:t>Decentralized Management Risk</a:t>
            </a:r>
            <a:endParaRPr lang="en-US" sz="1650" dirty="0"/>
          </a:p>
        </p:txBody>
      </p:sp>
      <p:sp>
        <p:nvSpPr>
          <p:cNvPr id="17" name="Text 14"/>
          <p:cNvSpPr/>
          <p:nvPr/>
        </p:nvSpPr>
        <p:spPr>
          <a:xfrm>
            <a:off x="1529716" y="3638947"/>
            <a:ext cx="5428618" cy="520898"/>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Without a unified system, license data is scattered across emails, spreadsheets, and physical registers, making it impossible to track compliance or anticipate renewals accurately.</a:t>
            </a:r>
            <a:endParaRPr lang="en-US" sz="1100" dirty="0"/>
          </a:p>
        </p:txBody>
      </p:sp>
      <p:sp>
        <p:nvSpPr>
          <p:cNvPr id="18" name="Shape 15"/>
          <p:cNvSpPr/>
          <p:nvPr/>
        </p:nvSpPr>
        <p:spPr>
          <a:xfrm>
            <a:off x="961306" y="4522391"/>
            <a:ext cx="425241" cy="19050"/>
          </a:xfrm>
          <a:prstGeom prst="roundRect">
            <a:avLst>
              <a:gd name="adj" fmla="val 49999"/>
            </a:avLst>
          </a:prstGeom>
          <a:solidFill>
            <a:srgbClr val="DBCCB2"/>
          </a:solidFill>
          <a:ln/>
        </p:spPr>
      </p:sp>
      <p:sp>
        <p:nvSpPr>
          <p:cNvPr id="19" name="Shape 16"/>
          <p:cNvSpPr/>
          <p:nvPr/>
        </p:nvSpPr>
        <p:spPr>
          <a:xfrm>
            <a:off x="661475" y="4372471"/>
            <a:ext cx="318881" cy="318889"/>
          </a:xfrm>
          <a:prstGeom prst="roundRect">
            <a:avLst>
              <a:gd name="adj" fmla="val 6669"/>
            </a:avLst>
          </a:prstGeom>
          <a:solidFill>
            <a:srgbClr val="F5E6CC"/>
          </a:solidFill>
          <a:ln/>
        </p:spPr>
      </p:sp>
      <p:sp>
        <p:nvSpPr>
          <p:cNvPr id="20" name="Text 17"/>
          <p:cNvSpPr/>
          <p:nvPr/>
        </p:nvSpPr>
        <p:spPr>
          <a:xfrm>
            <a:off x="714605" y="4399012"/>
            <a:ext cx="212620" cy="265807"/>
          </a:xfrm>
          <a:prstGeom prst="rect">
            <a:avLst/>
          </a:prstGeom>
          <a:noFill/>
          <a:ln/>
        </p:spPr>
        <p:txBody>
          <a:bodyPr wrap="none" lIns="0" tIns="0" rIns="0" bIns="0" rtlCol="0" anchor="ctr"/>
          <a:lstStyle/>
          <a:p>
            <a:pPr marL="0" indent="0" algn="ctr">
              <a:lnSpc>
                <a:spcPct val="100000"/>
              </a:lnSpc>
              <a:buNone/>
            </a:pPr>
            <a:r>
              <a:rPr lang="en-US" sz="1650" dirty="0">
                <a:solidFill>
                  <a:srgbClr val="000000"/>
                </a:solidFill>
                <a:latin typeface="Source Serif 4" pitchFamily="34" charset="0"/>
                <a:ea typeface="Source Serif 4" pitchFamily="34" charset="-122"/>
                <a:cs typeface="Source Serif 4" pitchFamily="34" charset="-120"/>
              </a:rPr>
              <a:t>3</a:t>
            </a:r>
            <a:endParaRPr lang="en-US" sz="1650" dirty="0"/>
          </a:p>
        </p:txBody>
      </p:sp>
      <p:sp>
        <p:nvSpPr>
          <p:cNvPr id="21" name="Text 18"/>
          <p:cNvSpPr/>
          <p:nvPr/>
        </p:nvSpPr>
        <p:spPr>
          <a:xfrm>
            <a:off x="1529716" y="4398963"/>
            <a:ext cx="5428618" cy="265708"/>
          </a:xfrm>
          <a:prstGeom prst="rect">
            <a:avLst/>
          </a:prstGeom>
          <a:noFill/>
          <a:ln/>
        </p:spPr>
        <p:txBody>
          <a:bodyPr wrap="none" lIns="0" tIns="0" rIns="0" bIns="0" rtlCol="0" anchor="t"/>
          <a:lstStyle/>
          <a:p>
            <a:pPr marL="0" indent="0" algn="l">
              <a:lnSpc>
                <a:spcPct val="104000"/>
              </a:lnSpc>
              <a:buNone/>
            </a:pPr>
            <a:r>
              <a:rPr lang="en-US" sz="1650" dirty="0">
                <a:solidFill>
                  <a:srgbClr val="1B365D"/>
                </a:solidFill>
                <a:latin typeface="Source Serif 4" pitchFamily="34" charset="0"/>
                <a:ea typeface="Source Serif 4" pitchFamily="34" charset="-122"/>
                <a:cs typeface="Source Serif 4" pitchFamily="34" charset="-120"/>
              </a:rPr>
              <a:t>Compliance &amp; Audit Obligations</a:t>
            </a:r>
            <a:endParaRPr lang="en-US" sz="1650" dirty="0"/>
          </a:p>
        </p:txBody>
      </p:sp>
      <p:sp>
        <p:nvSpPr>
          <p:cNvPr id="22" name="Text 19"/>
          <p:cNvSpPr/>
          <p:nvPr/>
        </p:nvSpPr>
        <p:spPr>
          <a:xfrm>
            <a:off x="1529716" y="4728369"/>
            <a:ext cx="5428618" cy="347266"/>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Institutions are legally bound to use only properly licensed software. Non-compliance exposes them to vendor audits, penalties, and reputational damage.</a:t>
            </a:r>
            <a:endParaRPr lang="en-US" sz="1100" dirty="0"/>
          </a:p>
        </p:txBody>
      </p:sp>
      <p:sp>
        <p:nvSpPr>
          <p:cNvPr id="23" name="Shape 20"/>
          <p:cNvSpPr/>
          <p:nvPr/>
        </p:nvSpPr>
        <p:spPr>
          <a:xfrm>
            <a:off x="961306" y="5438180"/>
            <a:ext cx="425241" cy="19050"/>
          </a:xfrm>
          <a:prstGeom prst="roundRect">
            <a:avLst>
              <a:gd name="adj" fmla="val 49999"/>
            </a:avLst>
          </a:prstGeom>
          <a:solidFill>
            <a:srgbClr val="262626"/>
          </a:solidFill>
          <a:ln/>
        </p:spPr>
      </p:sp>
      <p:sp>
        <p:nvSpPr>
          <p:cNvPr id="24" name="Shape 21"/>
          <p:cNvSpPr/>
          <p:nvPr/>
        </p:nvSpPr>
        <p:spPr>
          <a:xfrm>
            <a:off x="661475" y="5288260"/>
            <a:ext cx="318881" cy="318889"/>
          </a:xfrm>
          <a:prstGeom prst="roundRect">
            <a:avLst>
              <a:gd name="adj" fmla="val 6669"/>
            </a:avLst>
          </a:prstGeom>
          <a:solidFill>
            <a:srgbClr val="0D0D0D"/>
          </a:solidFill>
          <a:ln/>
        </p:spPr>
      </p:sp>
      <p:sp>
        <p:nvSpPr>
          <p:cNvPr id="25" name="Text 22"/>
          <p:cNvSpPr/>
          <p:nvPr/>
        </p:nvSpPr>
        <p:spPr>
          <a:xfrm>
            <a:off x="714605" y="5314801"/>
            <a:ext cx="212620" cy="265807"/>
          </a:xfrm>
          <a:prstGeom prst="rect">
            <a:avLst/>
          </a:prstGeom>
          <a:noFill/>
          <a:ln/>
        </p:spPr>
        <p:txBody>
          <a:bodyPr wrap="none" lIns="0" tIns="0" rIns="0" bIns="0" rtlCol="0" anchor="ctr"/>
          <a:lstStyle/>
          <a:p>
            <a:pPr marL="0" indent="0" algn="ctr">
              <a:lnSpc>
                <a:spcPct val="100000"/>
              </a:lnSpc>
              <a:buNone/>
            </a:pPr>
            <a:r>
              <a:rPr lang="en-US" sz="1650" dirty="0">
                <a:solidFill>
                  <a:srgbClr val="FFFFFF"/>
                </a:solidFill>
                <a:latin typeface="Source Serif 4" pitchFamily="34" charset="0"/>
                <a:ea typeface="Source Serif 4" pitchFamily="34" charset="-122"/>
                <a:cs typeface="Source Serif 4" pitchFamily="34" charset="-120"/>
              </a:rPr>
              <a:t>4</a:t>
            </a:r>
            <a:endParaRPr lang="en-US" sz="1650" dirty="0"/>
          </a:p>
        </p:txBody>
      </p:sp>
      <p:sp>
        <p:nvSpPr>
          <p:cNvPr id="26" name="Text 23"/>
          <p:cNvSpPr/>
          <p:nvPr/>
        </p:nvSpPr>
        <p:spPr>
          <a:xfrm>
            <a:off x="1529716" y="5314752"/>
            <a:ext cx="5428618" cy="265708"/>
          </a:xfrm>
          <a:prstGeom prst="rect">
            <a:avLst/>
          </a:prstGeom>
          <a:noFill/>
          <a:ln/>
        </p:spPr>
        <p:txBody>
          <a:bodyPr wrap="none" lIns="0" tIns="0" rIns="0" bIns="0" rtlCol="0" anchor="t"/>
          <a:lstStyle/>
          <a:p>
            <a:pPr marL="0" indent="0" algn="l">
              <a:lnSpc>
                <a:spcPct val="104000"/>
              </a:lnSpc>
              <a:buNone/>
            </a:pPr>
            <a:r>
              <a:rPr lang="en-US" sz="1650" dirty="0">
                <a:solidFill>
                  <a:srgbClr val="1B365D"/>
                </a:solidFill>
                <a:latin typeface="Source Serif 4" pitchFamily="34" charset="0"/>
                <a:ea typeface="Source Serif 4" pitchFamily="34" charset="-122"/>
                <a:cs typeface="Source Serif 4" pitchFamily="34" charset="-120"/>
              </a:rPr>
              <a:t>The DBMS Solution</a:t>
            </a:r>
            <a:endParaRPr lang="en-US" sz="1650" dirty="0"/>
          </a:p>
        </p:txBody>
      </p:sp>
      <p:sp>
        <p:nvSpPr>
          <p:cNvPr id="27" name="Text 24"/>
          <p:cNvSpPr/>
          <p:nvPr/>
        </p:nvSpPr>
        <p:spPr>
          <a:xfrm>
            <a:off x="1529716" y="5644158"/>
            <a:ext cx="5428618" cy="520898"/>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License Hub addresses these challenges by centralizing all software, license, lab, and installation data into a well-normalized relational database, enabling real-time visibility and proactive management.</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519807"/>
            <a:ext cx="1397660" cy="215305"/>
          </a:xfrm>
          <a:prstGeom prst="roundRect">
            <a:avLst>
              <a:gd name="adj" fmla="val 7901"/>
            </a:avLst>
          </a:prstGeom>
          <a:solidFill>
            <a:srgbClr val="F5E6CC"/>
          </a:solidFill>
          <a:ln/>
        </p:spPr>
      </p:sp>
      <p:sp>
        <p:nvSpPr>
          <p:cNvPr id="3" name="Text 1"/>
          <p:cNvSpPr/>
          <p:nvPr/>
        </p:nvSpPr>
        <p:spPr>
          <a:xfrm>
            <a:off x="746503" y="562273"/>
            <a:ext cx="1837188" cy="130373"/>
          </a:xfrm>
          <a:prstGeom prst="rect">
            <a:avLst/>
          </a:prstGeom>
          <a:noFill/>
          <a:ln/>
        </p:spPr>
        <p:txBody>
          <a:bodyPr wrap="none" lIns="0" tIns="0" rIns="0" bIns="0" rtlCol="0" anchor="t"/>
          <a:lstStyle/>
          <a:p>
            <a:pPr marL="0" indent="0" algn="l">
              <a:lnSpc>
                <a:spcPct val="96000"/>
              </a:lnSpc>
              <a:buNone/>
            </a:pPr>
            <a:r>
              <a:rPr lang="en-US" sz="850" dirty="0">
                <a:solidFill>
                  <a:srgbClr val="000000"/>
                </a:solidFill>
                <a:latin typeface="Public Sans Light" pitchFamily="34" charset="0"/>
                <a:ea typeface="Public Sans Light" pitchFamily="34" charset="-122"/>
                <a:cs typeface="Public Sans Light" pitchFamily="34" charset="-120"/>
              </a:rPr>
              <a:t>PROBLEM STATEMENT</a:t>
            </a:r>
            <a:endParaRPr lang="en-US" sz="850" dirty="0"/>
          </a:p>
        </p:txBody>
      </p:sp>
      <p:sp>
        <p:nvSpPr>
          <p:cNvPr id="4" name="Text 2"/>
          <p:cNvSpPr/>
          <p:nvPr/>
        </p:nvSpPr>
        <p:spPr>
          <a:xfrm>
            <a:off x="661475" y="777577"/>
            <a:ext cx="10868745" cy="443012"/>
          </a:xfrm>
          <a:prstGeom prst="rect">
            <a:avLst/>
          </a:prstGeom>
          <a:noFill/>
          <a:ln/>
        </p:spPr>
        <p:txBody>
          <a:bodyPr wrap="none" lIns="0" tIns="0" rIns="0" bIns="0" rtlCol="0" anchor="t"/>
          <a:lstStyle/>
          <a:p>
            <a:pPr marL="0" indent="0" algn="l">
              <a:lnSpc>
                <a:spcPct val="104000"/>
              </a:lnSpc>
              <a:buNone/>
            </a:pPr>
            <a:r>
              <a:rPr lang="en-US" sz="2750" dirty="0">
                <a:solidFill>
                  <a:srgbClr val="0D0D0D"/>
                </a:solidFill>
                <a:latin typeface="Source Serif 4" pitchFamily="34" charset="0"/>
                <a:ea typeface="Source Serif 4" pitchFamily="34" charset="-122"/>
                <a:cs typeface="Source Serif 4" pitchFamily="34" charset="-120"/>
              </a:rPr>
              <a:t>Problem Statement</a:t>
            </a:r>
            <a:endParaRPr lang="en-US" sz="2750" dirty="0"/>
          </a:p>
        </p:txBody>
      </p:sp>
      <p:sp>
        <p:nvSpPr>
          <p:cNvPr id="5" name="Text 3"/>
          <p:cNvSpPr/>
          <p:nvPr/>
        </p:nvSpPr>
        <p:spPr>
          <a:xfrm>
            <a:off x="661475" y="1380034"/>
            <a:ext cx="10868745" cy="347266"/>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College IT departments currently rely on manual, fragmented methods to track software licenses, lab computers, and installations. This leads to critical operational and compliance failures that demand an automated, centralized DBMS solution.</a:t>
            </a:r>
            <a:endParaRPr lang="en-US" sz="1100" dirty="0"/>
          </a:p>
        </p:txBody>
      </p:sp>
      <p:pic>
        <p:nvPicPr>
          <p:cNvPr id="6" name="Image 0" descr="preencoded.png"/>
          <p:cNvPicPr>
            <a:picLocks noChangeAspect="1"/>
          </p:cNvPicPr>
          <p:nvPr/>
        </p:nvPicPr>
        <p:blipFill>
          <a:blip r:embed="rId3"/>
          <a:stretch>
            <a:fillRect/>
          </a:stretch>
        </p:blipFill>
        <p:spPr>
          <a:xfrm>
            <a:off x="2043557" y="1846858"/>
            <a:ext cx="8104580" cy="4025999"/>
          </a:xfrm>
          <a:prstGeom prst="rect">
            <a:avLst/>
          </a:prstGeom>
        </p:spPr>
      </p:pic>
      <p:sp>
        <p:nvSpPr>
          <p:cNvPr id="7" name="Text 4"/>
          <p:cNvSpPr/>
          <p:nvPr/>
        </p:nvSpPr>
        <p:spPr>
          <a:xfrm>
            <a:off x="8023646" y="2981809"/>
            <a:ext cx="1834079" cy="229266"/>
          </a:xfrm>
          <a:prstGeom prst="rect">
            <a:avLst/>
          </a:prstGeom>
          <a:noFill/>
          <a:ln/>
        </p:spPr>
        <p:txBody>
          <a:bodyPr wrap="none" lIns="0" tIns="0" rIns="0" bIns="0" rtlCol="0" anchor="t"/>
          <a:lstStyle/>
          <a:p>
            <a:pPr marL="0" indent="0" algn="l">
              <a:lnSpc>
                <a:spcPct val="104000"/>
              </a:lnSpc>
              <a:buNone/>
            </a:pPr>
            <a:r>
              <a:rPr lang="en-US" sz="1400" dirty="0">
                <a:solidFill>
                  <a:srgbClr val="1B365D"/>
                </a:solidFill>
                <a:latin typeface="Source Serif 4" pitchFamily="34" charset="0"/>
                <a:ea typeface="Source Serif 4" pitchFamily="34" charset="-122"/>
                <a:cs typeface="Source Serif 4" pitchFamily="34" charset="-120"/>
              </a:rPr>
              <a:t>Compliance Risk</a:t>
            </a:r>
            <a:endParaRPr lang="en-US" sz="1400" dirty="0"/>
          </a:p>
        </p:txBody>
      </p:sp>
      <p:sp>
        <p:nvSpPr>
          <p:cNvPr id="8" name="Text 5"/>
          <p:cNvSpPr/>
          <p:nvPr/>
        </p:nvSpPr>
        <p:spPr>
          <a:xfrm>
            <a:off x="8023646" y="4498147"/>
            <a:ext cx="1834079" cy="229266"/>
          </a:xfrm>
          <a:prstGeom prst="rect">
            <a:avLst/>
          </a:prstGeom>
          <a:noFill/>
          <a:ln/>
        </p:spPr>
        <p:txBody>
          <a:bodyPr wrap="none" lIns="0" tIns="0" rIns="0" bIns="0" rtlCol="0" anchor="t"/>
          <a:lstStyle/>
          <a:p>
            <a:pPr marL="0" indent="0" algn="l">
              <a:lnSpc>
                <a:spcPct val="104000"/>
              </a:lnSpc>
              <a:buNone/>
            </a:pPr>
            <a:r>
              <a:rPr lang="en-US" sz="1400" dirty="0">
                <a:solidFill>
                  <a:srgbClr val="1B365D"/>
                </a:solidFill>
                <a:latin typeface="Source Serif 4" pitchFamily="34" charset="0"/>
                <a:ea typeface="Source Serif 4" pitchFamily="34" charset="-122"/>
                <a:cs typeface="Source Serif 4" pitchFamily="34" charset="-120"/>
              </a:rPr>
              <a:t>Install Visibility</a:t>
            </a:r>
            <a:endParaRPr lang="en-US" sz="1400" dirty="0"/>
          </a:p>
        </p:txBody>
      </p:sp>
      <p:sp>
        <p:nvSpPr>
          <p:cNvPr id="9" name="Text 6"/>
          <p:cNvSpPr/>
          <p:nvPr/>
        </p:nvSpPr>
        <p:spPr>
          <a:xfrm>
            <a:off x="2333923" y="4498147"/>
            <a:ext cx="1834079" cy="229266"/>
          </a:xfrm>
          <a:prstGeom prst="rect">
            <a:avLst/>
          </a:prstGeom>
          <a:noFill/>
          <a:ln/>
        </p:spPr>
        <p:txBody>
          <a:bodyPr wrap="none" lIns="0" tIns="0" rIns="0" bIns="0" rtlCol="0" anchor="t"/>
          <a:lstStyle/>
          <a:p>
            <a:pPr marL="0" indent="0" algn="r">
              <a:lnSpc>
                <a:spcPct val="104000"/>
              </a:lnSpc>
              <a:buNone/>
            </a:pPr>
            <a:r>
              <a:rPr lang="en-US" sz="1400" dirty="0">
                <a:solidFill>
                  <a:srgbClr val="1B365D"/>
                </a:solidFill>
                <a:latin typeface="Source Serif 4" pitchFamily="34" charset="0"/>
                <a:ea typeface="Source Serif 4" pitchFamily="34" charset="-122"/>
                <a:cs typeface="Source Serif 4" pitchFamily="34" charset="-120"/>
              </a:rPr>
              <a:t>License Expiry</a:t>
            </a:r>
            <a:endParaRPr lang="en-US" sz="1400" dirty="0"/>
          </a:p>
        </p:txBody>
      </p:sp>
      <p:sp>
        <p:nvSpPr>
          <p:cNvPr id="10" name="Text 7"/>
          <p:cNvSpPr/>
          <p:nvPr/>
        </p:nvSpPr>
        <p:spPr>
          <a:xfrm>
            <a:off x="2334687" y="2977861"/>
            <a:ext cx="1834079" cy="229266"/>
          </a:xfrm>
          <a:prstGeom prst="rect">
            <a:avLst/>
          </a:prstGeom>
          <a:noFill/>
          <a:ln/>
        </p:spPr>
        <p:txBody>
          <a:bodyPr wrap="none" lIns="0" tIns="0" rIns="0" bIns="0" rtlCol="0" anchor="t"/>
          <a:lstStyle/>
          <a:p>
            <a:pPr marL="0" indent="0" algn="r">
              <a:lnSpc>
                <a:spcPct val="104000"/>
              </a:lnSpc>
              <a:buNone/>
            </a:pPr>
            <a:r>
              <a:rPr lang="en-US" sz="1400" dirty="0">
                <a:solidFill>
                  <a:srgbClr val="1B365D"/>
                </a:solidFill>
                <a:latin typeface="Source Serif 4" pitchFamily="34" charset="0"/>
                <a:ea typeface="Source Serif 4" pitchFamily="34" charset="-122"/>
                <a:cs typeface="Source Serif 4" pitchFamily="34" charset="-120"/>
              </a:rPr>
              <a:t>Manual Tracking</a:t>
            </a:r>
            <a:endParaRPr lang="en-US" sz="1400" dirty="0"/>
          </a:p>
        </p:txBody>
      </p:sp>
      <p:sp>
        <p:nvSpPr>
          <p:cNvPr id="11" name="Text 8"/>
          <p:cNvSpPr/>
          <p:nvPr/>
        </p:nvSpPr>
        <p:spPr>
          <a:xfrm>
            <a:off x="661475" y="5992416"/>
            <a:ext cx="10868745" cy="347266"/>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Each of these pain points directly impacts the institution's operational efficiency, legal compliance, and IT governance. License Hub is designed to systematically eliminate all five failure categories through structured database management.</a:t>
            </a:r>
            <a:endParaRPr lang="en-US" sz="1100" dirty="0"/>
          </a:p>
        </p:txBody>
      </p:sp>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C8BE66D8-5B88-97ED-FDD4-2098601FF096}"/>
                  </a:ext>
                </a:extLst>
              </p14:cNvPr>
              <p14:cNvContentPartPr/>
              <p14:nvPr/>
            </p14:nvContentPartPr>
            <p14:xfrm>
              <a:off x="11084672" y="6680630"/>
              <a:ext cx="970560" cy="9720"/>
            </p14:xfrm>
          </p:contentPart>
        </mc:Choice>
        <mc:Fallback xmlns="">
          <p:pic>
            <p:nvPicPr>
              <p:cNvPr id="13" name="Ink 12">
                <a:extLst>
                  <a:ext uri="{FF2B5EF4-FFF2-40B4-BE49-F238E27FC236}">
                    <a16:creationId xmlns:a16="http://schemas.microsoft.com/office/drawing/2014/main" id="{C8BE66D8-5B88-97ED-FDD4-2098601FF096}"/>
                  </a:ext>
                </a:extLst>
              </p:cNvPr>
              <p:cNvPicPr/>
              <p:nvPr/>
            </p:nvPicPr>
            <p:blipFill>
              <a:blip r:embed="rId5"/>
              <a:stretch>
                <a:fillRect/>
              </a:stretch>
            </p:blipFill>
            <p:spPr>
              <a:xfrm>
                <a:off x="11021672" y="6617630"/>
                <a:ext cx="1096200" cy="135360"/>
              </a:xfrm>
              <a:prstGeom prst="rect">
                <a:avLst/>
              </a:prstGeom>
            </p:spPr>
          </p:pic>
        </mc:Fallback>
      </mc:AlternateContent>
      <p:grpSp>
        <p:nvGrpSpPr>
          <p:cNvPr id="16" name="Group 15">
            <a:extLst>
              <a:ext uri="{FF2B5EF4-FFF2-40B4-BE49-F238E27FC236}">
                <a16:creationId xmlns:a16="http://schemas.microsoft.com/office/drawing/2014/main" id="{AEFACFC5-E4DC-6E79-AE24-A37A5717F2CC}"/>
              </a:ext>
            </a:extLst>
          </p:cNvPr>
          <p:cNvGrpSpPr/>
          <p:nvPr/>
        </p:nvGrpSpPr>
        <p:grpSpPr>
          <a:xfrm>
            <a:off x="11140472" y="6605390"/>
            <a:ext cx="849960" cy="141120"/>
            <a:chOff x="11140472" y="6605390"/>
            <a:chExt cx="849960" cy="141120"/>
          </a:xfrm>
        </p:grpSpPr>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0F88FF19-2331-E701-B6F0-698FC1800C9D}"/>
                    </a:ext>
                  </a:extLst>
                </p14:cNvPr>
                <p14:cNvContentPartPr/>
                <p14:nvPr/>
              </p14:nvContentPartPr>
              <p14:xfrm>
                <a:off x="11140472" y="6605390"/>
                <a:ext cx="782640" cy="21600"/>
              </p14:xfrm>
            </p:contentPart>
          </mc:Choice>
          <mc:Fallback xmlns="">
            <p:pic>
              <p:nvPicPr>
                <p:cNvPr id="14" name="Ink 13">
                  <a:extLst>
                    <a:ext uri="{FF2B5EF4-FFF2-40B4-BE49-F238E27FC236}">
                      <a16:creationId xmlns:a16="http://schemas.microsoft.com/office/drawing/2014/main" id="{0F88FF19-2331-E701-B6F0-698FC1800C9D}"/>
                    </a:ext>
                  </a:extLst>
                </p:cNvPr>
                <p:cNvPicPr/>
                <p:nvPr/>
              </p:nvPicPr>
              <p:blipFill>
                <a:blip r:embed="rId7"/>
                <a:stretch>
                  <a:fillRect/>
                </a:stretch>
              </p:blipFill>
              <p:spPr>
                <a:xfrm>
                  <a:off x="11077832" y="6542390"/>
                  <a:ext cx="9082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0302B4EE-E888-EA00-6A64-92F5B79C785F}"/>
                    </a:ext>
                  </a:extLst>
                </p14:cNvPr>
                <p14:cNvContentPartPr/>
                <p14:nvPr/>
              </p14:nvContentPartPr>
              <p14:xfrm>
                <a:off x="11224712" y="6736070"/>
                <a:ext cx="765720" cy="10440"/>
              </p14:xfrm>
            </p:contentPart>
          </mc:Choice>
          <mc:Fallback xmlns="">
            <p:pic>
              <p:nvPicPr>
                <p:cNvPr id="15" name="Ink 14">
                  <a:extLst>
                    <a:ext uri="{FF2B5EF4-FFF2-40B4-BE49-F238E27FC236}">
                      <a16:creationId xmlns:a16="http://schemas.microsoft.com/office/drawing/2014/main" id="{0302B4EE-E888-EA00-6A64-92F5B79C785F}"/>
                    </a:ext>
                  </a:extLst>
                </p:cNvPr>
                <p:cNvPicPr/>
                <p:nvPr/>
              </p:nvPicPr>
              <p:blipFill>
                <a:blip r:embed="rId9"/>
                <a:stretch>
                  <a:fillRect/>
                </a:stretch>
              </p:blipFill>
              <p:spPr>
                <a:xfrm>
                  <a:off x="11161712" y="6673070"/>
                  <a:ext cx="891360" cy="136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7" name="Ink 16">
                <a:extLst>
                  <a:ext uri="{FF2B5EF4-FFF2-40B4-BE49-F238E27FC236}">
                    <a16:creationId xmlns:a16="http://schemas.microsoft.com/office/drawing/2014/main" id="{0A6250B0-0957-49AC-7F6E-969494146995}"/>
                  </a:ext>
                </a:extLst>
              </p14:cNvPr>
              <p14:cNvContentPartPr/>
              <p14:nvPr/>
            </p14:nvContentPartPr>
            <p14:xfrm>
              <a:off x="11128952" y="6409910"/>
              <a:ext cx="925200" cy="299160"/>
            </p14:xfrm>
          </p:contentPart>
        </mc:Choice>
        <mc:Fallback xmlns="">
          <p:pic>
            <p:nvPicPr>
              <p:cNvPr id="17" name="Ink 16">
                <a:extLst>
                  <a:ext uri="{FF2B5EF4-FFF2-40B4-BE49-F238E27FC236}">
                    <a16:creationId xmlns:a16="http://schemas.microsoft.com/office/drawing/2014/main" id="{0A6250B0-0957-49AC-7F6E-969494146995}"/>
                  </a:ext>
                </a:extLst>
              </p:cNvPr>
              <p:cNvPicPr/>
              <p:nvPr/>
            </p:nvPicPr>
            <p:blipFill>
              <a:blip r:embed="rId11"/>
              <a:stretch>
                <a:fillRect/>
              </a:stretch>
            </p:blipFill>
            <p:spPr>
              <a:xfrm>
                <a:off x="11066312" y="6346910"/>
                <a:ext cx="1050840" cy="42480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1367830"/>
          </a:xfrm>
          <a:prstGeom prst="rect">
            <a:avLst/>
          </a:prstGeom>
        </p:spPr>
      </p:pic>
      <p:sp>
        <p:nvSpPr>
          <p:cNvPr id="3" name="Shape 0"/>
          <p:cNvSpPr/>
          <p:nvPr/>
        </p:nvSpPr>
        <p:spPr>
          <a:xfrm>
            <a:off x="661475" y="1887637"/>
            <a:ext cx="643914" cy="166092"/>
          </a:xfrm>
          <a:prstGeom prst="roundRect">
            <a:avLst>
              <a:gd name="adj" fmla="val 7906"/>
            </a:avLst>
          </a:prstGeom>
          <a:solidFill>
            <a:srgbClr val="F5E6CC"/>
          </a:solidFill>
          <a:ln/>
        </p:spPr>
      </p:sp>
      <p:sp>
        <p:nvSpPr>
          <p:cNvPr id="4" name="Text 1"/>
          <p:cNvSpPr/>
          <p:nvPr/>
        </p:nvSpPr>
        <p:spPr>
          <a:xfrm>
            <a:off x="727057" y="1920379"/>
            <a:ext cx="1122334" cy="100608"/>
          </a:xfrm>
          <a:prstGeom prst="rect">
            <a:avLst/>
          </a:prstGeom>
          <a:noFill/>
          <a:ln/>
        </p:spPr>
        <p:txBody>
          <a:bodyPr wrap="none" lIns="0" tIns="0" rIns="0" bIns="0" rtlCol="0" anchor="t"/>
          <a:lstStyle/>
          <a:p>
            <a:pPr marL="0" indent="0" algn="l">
              <a:lnSpc>
                <a:spcPct val="96000"/>
              </a:lnSpc>
              <a:buNone/>
            </a:pPr>
            <a:r>
              <a:rPr lang="en-US" sz="650" dirty="0">
                <a:solidFill>
                  <a:srgbClr val="000000"/>
                </a:solidFill>
                <a:latin typeface="Public Sans Light" pitchFamily="34" charset="0"/>
                <a:ea typeface="Public Sans Light" pitchFamily="34" charset="-122"/>
                <a:cs typeface="Public Sans Light" pitchFamily="34" charset="-120"/>
              </a:rPr>
              <a:t>OBJECTIVES</a:t>
            </a:r>
            <a:endParaRPr lang="en-US" sz="650" dirty="0"/>
          </a:p>
        </p:txBody>
      </p:sp>
      <p:sp>
        <p:nvSpPr>
          <p:cNvPr id="5" name="Text 2"/>
          <p:cNvSpPr/>
          <p:nvPr/>
        </p:nvSpPr>
        <p:spPr>
          <a:xfrm>
            <a:off x="661475" y="2079030"/>
            <a:ext cx="10868745" cy="341908"/>
          </a:xfrm>
          <a:prstGeom prst="rect">
            <a:avLst/>
          </a:prstGeom>
          <a:noFill/>
          <a:ln/>
        </p:spPr>
        <p:txBody>
          <a:bodyPr wrap="none" lIns="0" tIns="0" rIns="0" bIns="0" rtlCol="0" anchor="t"/>
          <a:lstStyle/>
          <a:p>
            <a:pPr marL="0" indent="0" algn="l">
              <a:lnSpc>
                <a:spcPct val="104000"/>
              </a:lnSpc>
              <a:buNone/>
            </a:pPr>
            <a:r>
              <a:rPr lang="en-US" sz="2150" dirty="0">
                <a:solidFill>
                  <a:srgbClr val="0D0D0D"/>
                </a:solidFill>
                <a:latin typeface="Source Serif 4" pitchFamily="34" charset="0"/>
                <a:ea typeface="Source Serif 4" pitchFamily="34" charset="-122"/>
                <a:cs typeface="Source Serif 4" pitchFamily="34" charset="-120"/>
              </a:rPr>
              <a:t>Project Objectives</a:t>
            </a:r>
            <a:endParaRPr lang="en-US" sz="2150" dirty="0"/>
          </a:p>
        </p:txBody>
      </p:sp>
      <p:sp>
        <p:nvSpPr>
          <p:cNvPr id="6" name="Text 3"/>
          <p:cNvSpPr/>
          <p:nvPr/>
        </p:nvSpPr>
        <p:spPr>
          <a:xfrm>
            <a:off x="661475" y="2515890"/>
            <a:ext cx="11478330" cy="120948"/>
          </a:xfrm>
          <a:prstGeom prst="rect">
            <a:avLst/>
          </a:prstGeom>
          <a:noFill/>
          <a:ln/>
        </p:spPr>
        <p:txBody>
          <a:bodyPr wrap="none" lIns="0" tIns="0" rIns="0" bIns="0" rtlCol="0" anchor="t"/>
          <a:lstStyle/>
          <a:p>
            <a:pPr marL="0" indent="0" algn="l">
              <a:lnSpc>
                <a:spcPct val="92000"/>
              </a:lnSpc>
              <a:buNone/>
            </a:pPr>
            <a:r>
              <a:rPr lang="en-US" sz="850" dirty="0">
                <a:solidFill>
                  <a:srgbClr val="1B365D"/>
                </a:solidFill>
                <a:latin typeface="Public Sans Light" pitchFamily="34" charset="0"/>
                <a:ea typeface="Public Sans Light" pitchFamily="34" charset="-122"/>
                <a:cs typeface="Public Sans Light" pitchFamily="34" charset="-120"/>
              </a:rPr>
              <a:t>License Hub is engineered around five core objectives that collectively ensure complete lifecycle management of software assets across all college laboratories.</a:t>
            </a:r>
            <a:endParaRPr lang="en-US" sz="850" dirty="0"/>
          </a:p>
        </p:txBody>
      </p:sp>
      <p:sp>
        <p:nvSpPr>
          <p:cNvPr id="7" name="Shape 4"/>
          <p:cNvSpPr/>
          <p:nvPr/>
        </p:nvSpPr>
        <p:spPr>
          <a:xfrm>
            <a:off x="770910" y="2872184"/>
            <a:ext cx="109336" cy="492323"/>
          </a:xfrm>
          <a:prstGeom prst="roundRect">
            <a:avLst>
              <a:gd name="adj" fmla="val 15012"/>
            </a:avLst>
          </a:prstGeom>
          <a:solidFill>
            <a:srgbClr val="1B365D"/>
          </a:solidFill>
          <a:ln/>
        </p:spPr>
      </p:sp>
      <p:sp>
        <p:nvSpPr>
          <p:cNvPr id="8" name="Shape 5"/>
          <p:cNvSpPr/>
          <p:nvPr/>
        </p:nvSpPr>
        <p:spPr>
          <a:xfrm>
            <a:off x="661475" y="2783284"/>
            <a:ext cx="328207" cy="328216"/>
          </a:xfrm>
          <a:prstGeom prst="ellipse">
            <a:avLst/>
          </a:prstGeom>
          <a:solidFill>
            <a:srgbClr val="1B365D"/>
          </a:solidFill>
          <a:ln/>
        </p:spPr>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3527" y="2865338"/>
            <a:ext cx="164104" cy="164108"/>
          </a:xfrm>
          <a:prstGeom prst="rect">
            <a:avLst/>
          </a:prstGeom>
        </p:spPr>
      </p:pic>
      <p:sp>
        <p:nvSpPr>
          <p:cNvPr id="10" name="Text 6"/>
          <p:cNvSpPr/>
          <p:nvPr/>
        </p:nvSpPr>
        <p:spPr>
          <a:xfrm>
            <a:off x="1052982" y="2817416"/>
            <a:ext cx="10477238" cy="205085"/>
          </a:xfrm>
          <a:prstGeom prst="rect">
            <a:avLst/>
          </a:prstGeom>
          <a:noFill/>
          <a:ln/>
        </p:spPr>
        <p:txBody>
          <a:bodyPr wrap="none" lIns="0" tIns="0" rIns="0" bIns="0" rtlCol="0" anchor="t"/>
          <a:lstStyle/>
          <a:p>
            <a:pPr marL="0" indent="0" algn="l">
              <a:lnSpc>
                <a:spcPct val="104000"/>
              </a:lnSpc>
              <a:buNone/>
            </a:pPr>
            <a:r>
              <a:rPr lang="en-US" sz="1250" dirty="0">
                <a:solidFill>
                  <a:srgbClr val="1B365D"/>
                </a:solidFill>
                <a:latin typeface="Source Serif 4" pitchFamily="34" charset="0"/>
                <a:ea typeface="Source Serif 4" pitchFamily="34" charset="-122"/>
                <a:cs typeface="Source Serif 4" pitchFamily="34" charset="-120"/>
              </a:rPr>
              <a:t>Centralized Software Catalog</a:t>
            </a:r>
            <a:endParaRPr lang="en-US" sz="1250" dirty="0"/>
          </a:p>
        </p:txBody>
      </p:sp>
      <p:sp>
        <p:nvSpPr>
          <p:cNvPr id="11" name="Text 7"/>
          <p:cNvSpPr/>
          <p:nvPr/>
        </p:nvSpPr>
        <p:spPr>
          <a:xfrm>
            <a:off x="1052982" y="3060502"/>
            <a:ext cx="10477238" cy="120948"/>
          </a:xfrm>
          <a:prstGeom prst="rect">
            <a:avLst/>
          </a:prstGeom>
          <a:noFill/>
          <a:ln/>
        </p:spPr>
        <p:txBody>
          <a:bodyPr wrap="none" lIns="0" tIns="0" rIns="0" bIns="0" rtlCol="0" anchor="t"/>
          <a:lstStyle/>
          <a:p>
            <a:pPr marL="0" indent="0" algn="l">
              <a:lnSpc>
                <a:spcPct val="92000"/>
              </a:lnSpc>
              <a:buNone/>
            </a:pPr>
            <a:r>
              <a:rPr lang="en-US" sz="850" dirty="0">
                <a:solidFill>
                  <a:srgbClr val="1B365D"/>
                </a:solidFill>
                <a:latin typeface="Public Sans Light" pitchFamily="34" charset="0"/>
                <a:ea typeface="Public Sans Light" pitchFamily="34" charset="-122"/>
                <a:cs typeface="Public Sans Light" pitchFamily="34" charset="-120"/>
              </a:rPr>
              <a:t>Maintain a comprehensive, searchable catalog of all software applications — including names, versions, categories, platforms, and linked vendors — deployed across the institution.</a:t>
            </a:r>
            <a:endParaRPr lang="en-US" sz="850" dirty="0"/>
          </a:p>
        </p:txBody>
      </p:sp>
      <p:sp>
        <p:nvSpPr>
          <p:cNvPr id="12" name="Shape 8"/>
          <p:cNvSpPr/>
          <p:nvPr/>
        </p:nvSpPr>
        <p:spPr>
          <a:xfrm>
            <a:off x="935014" y="3592016"/>
            <a:ext cx="109336" cy="492323"/>
          </a:xfrm>
          <a:prstGeom prst="roundRect">
            <a:avLst>
              <a:gd name="adj" fmla="val 15012"/>
            </a:avLst>
          </a:prstGeom>
          <a:solidFill>
            <a:srgbClr val="1B365D"/>
          </a:solidFill>
          <a:ln/>
        </p:spPr>
      </p:sp>
      <p:sp>
        <p:nvSpPr>
          <p:cNvPr id="13" name="Shape 9"/>
          <p:cNvSpPr/>
          <p:nvPr/>
        </p:nvSpPr>
        <p:spPr>
          <a:xfrm>
            <a:off x="825579" y="3503116"/>
            <a:ext cx="328207" cy="328216"/>
          </a:xfrm>
          <a:prstGeom prst="ellipse">
            <a:avLst/>
          </a:prstGeom>
          <a:solidFill>
            <a:srgbClr val="1B365D"/>
          </a:solidFill>
          <a:ln/>
        </p:spPr>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7630" y="3585170"/>
            <a:ext cx="164104" cy="164108"/>
          </a:xfrm>
          <a:prstGeom prst="rect">
            <a:avLst/>
          </a:prstGeom>
        </p:spPr>
      </p:pic>
      <p:sp>
        <p:nvSpPr>
          <p:cNvPr id="15" name="Text 10"/>
          <p:cNvSpPr/>
          <p:nvPr/>
        </p:nvSpPr>
        <p:spPr>
          <a:xfrm>
            <a:off x="1217086" y="3537248"/>
            <a:ext cx="10313134" cy="205085"/>
          </a:xfrm>
          <a:prstGeom prst="rect">
            <a:avLst/>
          </a:prstGeom>
          <a:noFill/>
          <a:ln/>
        </p:spPr>
        <p:txBody>
          <a:bodyPr wrap="none" lIns="0" tIns="0" rIns="0" bIns="0" rtlCol="0" anchor="t"/>
          <a:lstStyle/>
          <a:p>
            <a:pPr marL="0" indent="0" algn="l">
              <a:lnSpc>
                <a:spcPct val="104000"/>
              </a:lnSpc>
              <a:buNone/>
            </a:pPr>
            <a:r>
              <a:rPr lang="en-US" sz="1250" dirty="0">
                <a:solidFill>
                  <a:srgbClr val="1B365D"/>
                </a:solidFill>
                <a:latin typeface="Source Serif 4" pitchFamily="34" charset="0"/>
                <a:ea typeface="Source Serif 4" pitchFamily="34" charset="-122"/>
                <a:cs typeface="Source Serif 4" pitchFamily="34" charset="-120"/>
              </a:rPr>
              <a:t>License &amp; Access Management</a:t>
            </a:r>
            <a:endParaRPr lang="en-US" sz="1250" dirty="0"/>
          </a:p>
        </p:txBody>
      </p:sp>
      <p:sp>
        <p:nvSpPr>
          <p:cNvPr id="16" name="Text 11"/>
          <p:cNvSpPr/>
          <p:nvPr/>
        </p:nvSpPr>
        <p:spPr>
          <a:xfrm>
            <a:off x="1217086" y="3780334"/>
            <a:ext cx="10313134" cy="120948"/>
          </a:xfrm>
          <a:prstGeom prst="rect">
            <a:avLst/>
          </a:prstGeom>
          <a:noFill/>
          <a:ln/>
        </p:spPr>
        <p:txBody>
          <a:bodyPr wrap="none" lIns="0" tIns="0" rIns="0" bIns="0" rtlCol="0" anchor="t"/>
          <a:lstStyle/>
          <a:p>
            <a:pPr marL="0" indent="0" algn="l">
              <a:lnSpc>
                <a:spcPct val="92000"/>
              </a:lnSpc>
              <a:buNone/>
            </a:pPr>
            <a:r>
              <a:rPr lang="en-US" sz="850" dirty="0">
                <a:solidFill>
                  <a:srgbClr val="1B365D"/>
                </a:solidFill>
                <a:latin typeface="Public Sans Light" pitchFamily="34" charset="0"/>
                <a:ea typeface="Public Sans Light" pitchFamily="34" charset="-122"/>
                <a:cs typeface="Public Sans Light" pitchFamily="34" charset="-120"/>
              </a:rPr>
              <a:t>Record and manage all license details including purchase dates, expiry dates, license types (perpetual, subscription, trial), and permitted installation limits per license.</a:t>
            </a:r>
            <a:endParaRPr lang="en-US" sz="850" dirty="0"/>
          </a:p>
        </p:txBody>
      </p:sp>
      <p:sp>
        <p:nvSpPr>
          <p:cNvPr id="17" name="Shape 12"/>
          <p:cNvSpPr/>
          <p:nvPr/>
        </p:nvSpPr>
        <p:spPr>
          <a:xfrm>
            <a:off x="1099118" y="4311848"/>
            <a:ext cx="109336" cy="492323"/>
          </a:xfrm>
          <a:prstGeom prst="roundRect">
            <a:avLst>
              <a:gd name="adj" fmla="val 15012"/>
            </a:avLst>
          </a:prstGeom>
          <a:solidFill>
            <a:srgbClr val="1B365D"/>
          </a:solidFill>
          <a:ln/>
        </p:spPr>
      </p:sp>
      <p:sp>
        <p:nvSpPr>
          <p:cNvPr id="18" name="Shape 13"/>
          <p:cNvSpPr/>
          <p:nvPr/>
        </p:nvSpPr>
        <p:spPr>
          <a:xfrm>
            <a:off x="989682" y="4222948"/>
            <a:ext cx="328207" cy="328216"/>
          </a:xfrm>
          <a:prstGeom prst="ellipse">
            <a:avLst/>
          </a:prstGeom>
          <a:solidFill>
            <a:srgbClr val="1B365D"/>
          </a:solidFill>
          <a:ln/>
        </p:spPr>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1734" y="4305002"/>
            <a:ext cx="164104" cy="164108"/>
          </a:xfrm>
          <a:prstGeom prst="rect">
            <a:avLst/>
          </a:prstGeom>
        </p:spPr>
      </p:pic>
      <p:sp>
        <p:nvSpPr>
          <p:cNvPr id="20" name="Text 14"/>
          <p:cNvSpPr/>
          <p:nvPr/>
        </p:nvSpPr>
        <p:spPr>
          <a:xfrm>
            <a:off x="1381190" y="4257080"/>
            <a:ext cx="10149030" cy="205085"/>
          </a:xfrm>
          <a:prstGeom prst="rect">
            <a:avLst/>
          </a:prstGeom>
          <a:noFill/>
          <a:ln/>
        </p:spPr>
        <p:txBody>
          <a:bodyPr wrap="none" lIns="0" tIns="0" rIns="0" bIns="0" rtlCol="0" anchor="t"/>
          <a:lstStyle/>
          <a:p>
            <a:pPr marL="0" indent="0" algn="l">
              <a:lnSpc>
                <a:spcPct val="104000"/>
              </a:lnSpc>
              <a:buNone/>
            </a:pPr>
            <a:r>
              <a:rPr lang="en-US" sz="1250" dirty="0">
                <a:solidFill>
                  <a:srgbClr val="1B365D"/>
                </a:solidFill>
                <a:latin typeface="Source Serif 4" pitchFamily="34" charset="0"/>
                <a:ea typeface="Source Serif 4" pitchFamily="34" charset="-122"/>
                <a:cs typeface="Source Serif 4" pitchFamily="34" charset="-120"/>
              </a:rPr>
              <a:t>Lab &amp; Computer Asset Records</a:t>
            </a:r>
            <a:endParaRPr lang="en-US" sz="1250" dirty="0"/>
          </a:p>
        </p:txBody>
      </p:sp>
      <p:sp>
        <p:nvSpPr>
          <p:cNvPr id="21" name="Text 15"/>
          <p:cNvSpPr/>
          <p:nvPr/>
        </p:nvSpPr>
        <p:spPr>
          <a:xfrm>
            <a:off x="1381190" y="4500166"/>
            <a:ext cx="10149030" cy="120948"/>
          </a:xfrm>
          <a:prstGeom prst="rect">
            <a:avLst/>
          </a:prstGeom>
          <a:noFill/>
          <a:ln/>
        </p:spPr>
        <p:txBody>
          <a:bodyPr wrap="none" lIns="0" tIns="0" rIns="0" bIns="0" rtlCol="0" anchor="t"/>
          <a:lstStyle/>
          <a:p>
            <a:pPr marL="0" indent="0" algn="l">
              <a:lnSpc>
                <a:spcPct val="92000"/>
              </a:lnSpc>
              <a:buNone/>
            </a:pPr>
            <a:r>
              <a:rPr lang="en-US" sz="850" dirty="0">
                <a:solidFill>
                  <a:srgbClr val="1B365D"/>
                </a:solidFill>
                <a:latin typeface="Public Sans Light" pitchFamily="34" charset="0"/>
                <a:ea typeface="Public Sans Light" pitchFamily="34" charset="-122"/>
                <a:cs typeface="Public Sans Light" pitchFamily="34" charset="-120"/>
              </a:rPr>
              <a:t>Maintain structured records for all college computer laboratories and the individual computer systems within them, including hardware specifications and operational status.</a:t>
            </a:r>
            <a:endParaRPr lang="en-US" sz="850" dirty="0"/>
          </a:p>
        </p:txBody>
      </p:sp>
      <p:sp>
        <p:nvSpPr>
          <p:cNvPr id="22" name="Shape 16"/>
          <p:cNvSpPr/>
          <p:nvPr/>
        </p:nvSpPr>
        <p:spPr>
          <a:xfrm>
            <a:off x="1263222" y="5031680"/>
            <a:ext cx="109336" cy="492323"/>
          </a:xfrm>
          <a:prstGeom prst="roundRect">
            <a:avLst>
              <a:gd name="adj" fmla="val 15012"/>
            </a:avLst>
          </a:prstGeom>
          <a:solidFill>
            <a:srgbClr val="1B365D"/>
          </a:solidFill>
          <a:ln/>
        </p:spPr>
      </p:sp>
      <p:sp>
        <p:nvSpPr>
          <p:cNvPr id="23" name="Shape 17"/>
          <p:cNvSpPr/>
          <p:nvPr/>
        </p:nvSpPr>
        <p:spPr>
          <a:xfrm>
            <a:off x="1153786" y="4942780"/>
            <a:ext cx="328207" cy="328216"/>
          </a:xfrm>
          <a:prstGeom prst="ellipse">
            <a:avLst/>
          </a:prstGeom>
          <a:solidFill>
            <a:srgbClr val="1B365D"/>
          </a:solidFill>
          <a:ln/>
        </p:spPr>
      </p:sp>
      <p:pic>
        <p:nvPicPr>
          <p:cNvPr id="2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35838" y="5024834"/>
            <a:ext cx="164104" cy="164108"/>
          </a:xfrm>
          <a:prstGeom prst="rect">
            <a:avLst/>
          </a:prstGeom>
        </p:spPr>
      </p:pic>
      <p:sp>
        <p:nvSpPr>
          <p:cNvPr id="25" name="Text 18"/>
          <p:cNvSpPr/>
          <p:nvPr/>
        </p:nvSpPr>
        <p:spPr>
          <a:xfrm>
            <a:off x="1545293" y="4976912"/>
            <a:ext cx="9984927" cy="205085"/>
          </a:xfrm>
          <a:prstGeom prst="rect">
            <a:avLst/>
          </a:prstGeom>
          <a:noFill/>
          <a:ln/>
        </p:spPr>
        <p:txBody>
          <a:bodyPr wrap="none" lIns="0" tIns="0" rIns="0" bIns="0" rtlCol="0" anchor="t"/>
          <a:lstStyle/>
          <a:p>
            <a:pPr marL="0" indent="0" algn="l">
              <a:lnSpc>
                <a:spcPct val="104000"/>
              </a:lnSpc>
              <a:buNone/>
            </a:pPr>
            <a:r>
              <a:rPr lang="en-US" sz="1250" dirty="0">
                <a:solidFill>
                  <a:srgbClr val="1B365D"/>
                </a:solidFill>
                <a:latin typeface="Source Serif 4" pitchFamily="34" charset="0"/>
                <a:ea typeface="Source Serif 4" pitchFamily="34" charset="-122"/>
                <a:cs typeface="Source Serif 4" pitchFamily="34" charset="-120"/>
              </a:rPr>
              <a:t>Installation Tracking</a:t>
            </a:r>
            <a:endParaRPr lang="en-US" sz="1250" dirty="0"/>
          </a:p>
        </p:txBody>
      </p:sp>
      <p:sp>
        <p:nvSpPr>
          <p:cNvPr id="26" name="Text 19"/>
          <p:cNvSpPr/>
          <p:nvPr/>
        </p:nvSpPr>
        <p:spPr>
          <a:xfrm>
            <a:off x="1545293" y="5219998"/>
            <a:ext cx="9984927" cy="120948"/>
          </a:xfrm>
          <a:prstGeom prst="rect">
            <a:avLst/>
          </a:prstGeom>
          <a:noFill/>
          <a:ln/>
        </p:spPr>
        <p:txBody>
          <a:bodyPr wrap="none" lIns="0" tIns="0" rIns="0" bIns="0" rtlCol="0" anchor="t"/>
          <a:lstStyle/>
          <a:p>
            <a:pPr marL="0" indent="0" algn="l">
              <a:lnSpc>
                <a:spcPct val="92000"/>
              </a:lnSpc>
              <a:buNone/>
            </a:pPr>
            <a:r>
              <a:rPr lang="en-US" sz="850" dirty="0">
                <a:solidFill>
                  <a:srgbClr val="1B365D"/>
                </a:solidFill>
                <a:latin typeface="Public Sans Light" pitchFamily="34" charset="0"/>
                <a:ea typeface="Public Sans Light" pitchFamily="34" charset="-122"/>
                <a:cs typeface="Public Sans Light" pitchFamily="34" charset="-120"/>
              </a:rPr>
              <a:t>Log every software installation against a specific computer system and license, capturing installation date, status, and the IT personnel responsible for the action.</a:t>
            </a:r>
            <a:endParaRPr lang="en-US" sz="850" dirty="0"/>
          </a:p>
        </p:txBody>
      </p:sp>
      <p:sp>
        <p:nvSpPr>
          <p:cNvPr id="27" name="Shape 20"/>
          <p:cNvSpPr/>
          <p:nvPr/>
        </p:nvSpPr>
        <p:spPr>
          <a:xfrm>
            <a:off x="1099118" y="5751513"/>
            <a:ext cx="109336" cy="492323"/>
          </a:xfrm>
          <a:prstGeom prst="roundRect">
            <a:avLst>
              <a:gd name="adj" fmla="val 15012"/>
            </a:avLst>
          </a:prstGeom>
          <a:solidFill>
            <a:srgbClr val="1B365D"/>
          </a:solidFill>
          <a:ln/>
        </p:spPr>
      </p:sp>
      <p:sp>
        <p:nvSpPr>
          <p:cNvPr id="28" name="Shape 21"/>
          <p:cNvSpPr/>
          <p:nvPr/>
        </p:nvSpPr>
        <p:spPr>
          <a:xfrm>
            <a:off x="989682" y="5662613"/>
            <a:ext cx="328207" cy="328216"/>
          </a:xfrm>
          <a:prstGeom prst="ellipse">
            <a:avLst/>
          </a:prstGeom>
          <a:solidFill>
            <a:srgbClr val="1B365D"/>
          </a:solidFill>
          <a:ln/>
        </p:spPr>
      </p:sp>
      <p:pic>
        <p:nvPicPr>
          <p:cNvPr id="2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1734" y="5744666"/>
            <a:ext cx="164104" cy="164108"/>
          </a:xfrm>
          <a:prstGeom prst="rect">
            <a:avLst/>
          </a:prstGeom>
        </p:spPr>
      </p:pic>
      <p:sp>
        <p:nvSpPr>
          <p:cNvPr id="30" name="Text 22"/>
          <p:cNvSpPr/>
          <p:nvPr/>
        </p:nvSpPr>
        <p:spPr>
          <a:xfrm>
            <a:off x="1381190" y="5696744"/>
            <a:ext cx="10149030" cy="205085"/>
          </a:xfrm>
          <a:prstGeom prst="rect">
            <a:avLst/>
          </a:prstGeom>
          <a:noFill/>
          <a:ln/>
        </p:spPr>
        <p:txBody>
          <a:bodyPr wrap="none" lIns="0" tIns="0" rIns="0" bIns="0" rtlCol="0" anchor="t"/>
          <a:lstStyle/>
          <a:p>
            <a:pPr marL="0" indent="0" algn="l">
              <a:lnSpc>
                <a:spcPct val="104000"/>
              </a:lnSpc>
              <a:buNone/>
            </a:pPr>
            <a:r>
              <a:rPr lang="en-US" sz="1250" dirty="0">
                <a:solidFill>
                  <a:srgbClr val="1B365D"/>
                </a:solidFill>
                <a:latin typeface="Source Serif 4" pitchFamily="34" charset="0"/>
                <a:ea typeface="Source Serif 4" pitchFamily="34" charset="-122"/>
                <a:cs typeface="Source Serif 4" pitchFamily="34" charset="-120"/>
              </a:rPr>
              <a:t>Automated Renewal &amp; Usage Tracking</a:t>
            </a:r>
            <a:endParaRPr lang="en-US" sz="1250" dirty="0"/>
          </a:p>
        </p:txBody>
      </p:sp>
      <p:sp>
        <p:nvSpPr>
          <p:cNvPr id="31" name="Text 23"/>
          <p:cNvSpPr/>
          <p:nvPr/>
        </p:nvSpPr>
        <p:spPr>
          <a:xfrm>
            <a:off x="1381190" y="5939830"/>
            <a:ext cx="10149030" cy="120948"/>
          </a:xfrm>
          <a:prstGeom prst="rect">
            <a:avLst/>
          </a:prstGeom>
          <a:noFill/>
          <a:ln/>
        </p:spPr>
        <p:txBody>
          <a:bodyPr wrap="none" lIns="0" tIns="0" rIns="0" bIns="0" rtlCol="0" anchor="t"/>
          <a:lstStyle/>
          <a:p>
            <a:pPr marL="0" indent="0" algn="l">
              <a:lnSpc>
                <a:spcPct val="92000"/>
              </a:lnSpc>
              <a:buNone/>
            </a:pPr>
            <a:r>
              <a:rPr lang="en-US" sz="850" dirty="0">
                <a:solidFill>
                  <a:srgbClr val="1B365D"/>
                </a:solidFill>
                <a:latin typeface="Public Sans Light" pitchFamily="34" charset="0"/>
                <a:ea typeface="Public Sans Light" pitchFamily="34" charset="-122"/>
                <a:cs typeface="Public Sans Light" pitchFamily="34" charset="-120"/>
              </a:rPr>
              <a:t>Track renewal due dates, automate renewal request workflows, and monitor real-time license usage to prevent expired software usage and ensure timely procurement.</a:t>
            </a:r>
            <a:endParaRPr lang="en-US" sz="850" dirty="0"/>
          </a:p>
        </p:txBody>
      </p:sp>
      <p:grpSp>
        <p:nvGrpSpPr>
          <p:cNvPr id="35" name="Group 34">
            <a:extLst>
              <a:ext uri="{FF2B5EF4-FFF2-40B4-BE49-F238E27FC236}">
                <a16:creationId xmlns:a16="http://schemas.microsoft.com/office/drawing/2014/main" id="{A6062176-9E4C-891B-65C8-A4F60489CDEF}"/>
              </a:ext>
            </a:extLst>
          </p:cNvPr>
          <p:cNvGrpSpPr/>
          <p:nvPr/>
        </p:nvGrpSpPr>
        <p:grpSpPr>
          <a:xfrm>
            <a:off x="11103032" y="6605030"/>
            <a:ext cx="961920" cy="113040"/>
            <a:chOff x="11103032" y="6605030"/>
            <a:chExt cx="961920" cy="113040"/>
          </a:xfrm>
        </p:grpSpPr>
        <mc:AlternateContent xmlns:mc="http://schemas.openxmlformats.org/markup-compatibility/2006" xmlns:p14="http://schemas.microsoft.com/office/powerpoint/2010/main">
          <mc:Choice Requires="p14">
            <p:contentPart p14:bwMode="auto" r:id="rId9">
              <p14:nvContentPartPr>
                <p14:cNvPr id="32" name="Ink 31">
                  <a:extLst>
                    <a:ext uri="{FF2B5EF4-FFF2-40B4-BE49-F238E27FC236}">
                      <a16:creationId xmlns:a16="http://schemas.microsoft.com/office/drawing/2014/main" id="{B7F69CBB-4F39-22EC-0C82-D05EAB51D23C}"/>
                    </a:ext>
                  </a:extLst>
                </p14:cNvPr>
                <p14:cNvContentPartPr/>
                <p14:nvPr/>
              </p14:nvContentPartPr>
              <p14:xfrm>
                <a:off x="11103032" y="6605030"/>
                <a:ext cx="961560" cy="29160"/>
              </p14:xfrm>
            </p:contentPart>
          </mc:Choice>
          <mc:Fallback xmlns="">
            <p:pic>
              <p:nvPicPr>
                <p:cNvPr id="32" name="Ink 31">
                  <a:extLst>
                    <a:ext uri="{FF2B5EF4-FFF2-40B4-BE49-F238E27FC236}">
                      <a16:creationId xmlns:a16="http://schemas.microsoft.com/office/drawing/2014/main" id="{B7F69CBB-4F39-22EC-0C82-D05EAB51D23C}"/>
                    </a:ext>
                  </a:extLst>
                </p:cNvPr>
                <p:cNvPicPr/>
                <p:nvPr/>
              </p:nvPicPr>
              <p:blipFill>
                <a:blip r:embed="rId10"/>
                <a:stretch>
                  <a:fillRect/>
                </a:stretch>
              </p:blipFill>
              <p:spPr>
                <a:xfrm>
                  <a:off x="11040032" y="6542030"/>
                  <a:ext cx="108720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3" name="Ink 32">
                  <a:extLst>
                    <a:ext uri="{FF2B5EF4-FFF2-40B4-BE49-F238E27FC236}">
                      <a16:creationId xmlns:a16="http://schemas.microsoft.com/office/drawing/2014/main" id="{3B147B6E-E667-A198-415C-55E17BB10105}"/>
                    </a:ext>
                  </a:extLst>
                </p14:cNvPr>
                <p14:cNvContentPartPr/>
                <p14:nvPr/>
              </p14:nvContentPartPr>
              <p14:xfrm>
                <a:off x="11121752" y="6669830"/>
                <a:ext cx="943200" cy="30600"/>
              </p14:xfrm>
            </p:contentPart>
          </mc:Choice>
          <mc:Fallback xmlns="">
            <p:pic>
              <p:nvPicPr>
                <p:cNvPr id="33" name="Ink 32">
                  <a:extLst>
                    <a:ext uri="{FF2B5EF4-FFF2-40B4-BE49-F238E27FC236}">
                      <a16:creationId xmlns:a16="http://schemas.microsoft.com/office/drawing/2014/main" id="{3B147B6E-E667-A198-415C-55E17BB10105}"/>
                    </a:ext>
                  </a:extLst>
                </p:cNvPr>
                <p:cNvPicPr/>
                <p:nvPr/>
              </p:nvPicPr>
              <p:blipFill>
                <a:blip r:embed="rId12"/>
                <a:stretch>
                  <a:fillRect/>
                </a:stretch>
              </p:blipFill>
              <p:spPr>
                <a:xfrm>
                  <a:off x="11059112" y="6606830"/>
                  <a:ext cx="106884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4" name="Ink 33">
                  <a:extLst>
                    <a:ext uri="{FF2B5EF4-FFF2-40B4-BE49-F238E27FC236}">
                      <a16:creationId xmlns:a16="http://schemas.microsoft.com/office/drawing/2014/main" id="{4556B28E-E440-FCA9-0181-FA28F3E02A3A}"/>
                    </a:ext>
                  </a:extLst>
                </p14:cNvPr>
                <p14:cNvContentPartPr/>
                <p14:nvPr/>
              </p14:nvContentPartPr>
              <p14:xfrm>
                <a:off x="11289512" y="6717710"/>
                <a:ext cx="765720" cy="360"/>
              </p14:xfrm>
            </p:contentPart>
          </mc:Choice>
          <mc:Fallback xmlns="">
            <p:pic>
              <p:nvPicPr>
                <p:cNvPr id="34" name="Ink 33">
                  <a:extLst>
                    <a:ext uri="{FF2B5EF4-FFF2-40B4-BE49-F238E27FC236}">
                      <a16:creationId xmlns:a16="http://schemas.microsoft.com/office/drawing/2014/main" id="{4556B28E-E440-FCA9-0181-FA28F3E02A3A}"/>
                    </a:ext>
                  </a:extLst>
                </p:cNvPr>
                <p:cNvPicPr/>
                <p:nvPr/>
              </p:nvPicPr>
              <p:blipFill>
                <a:blip r:embed="rId14"/>
                <a:stretch>
                  <a:fillRect/>
                </a:stretch>
              </p:blipFill>
              <p:spPr>
                <a:xfrm>
                  <a:off x="11226872" y="6655070"/>
                  <a:ext cx="89136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38" name="Ink 37">
                <a:extLst>
                  <a:ext uri="{FF2B5EF4-FFF2-40B4-BE49-F238E27FC236}">
                    <a16:creationId xmlns:a16="http://schemas.microsoft.com/office/drawing/2014/main" id="{D2EFEBF3-0DC3-51F4-083D-A34115701030}"/>
                  </a:ext>
                </a:extLst>
              </p14:cNvPr>
              <p14:cNvContentPartPr/>
              <p14:nvPr/>
            </p14:nvContentPartPr>
            <p14:xfrm>
              <a:off x="11484992" y="6669830"/>
              <a:ext cx="551520" cy="85680"/>
            </p14:xfrm>
          </p:contentPart>
        </mc:Choice>
        <mc:Fallback xmlns="">
          <p:pic>
            <p:nvPicPr>
              <p:cNvPr id="38" name="Ink 37">
                <a:extLst>
                  <a:ext uri="{FF2B5EF4-FFF2-40B4-BE49-F238E27FC236}">
                    <a16:creationId xmlns:a16="http://schemas.microsoft.com/office/drawing/2014/main" id="{D2EFEBF3-0DC3-51F4-083D-A34115701030}"/>
                  </a:ext>
                </a:extLst>
              </p:cNvPr>
              <p:cNvPicPr/>
              <p:nvPr/>
            </p:nvPicPr>
            <p:blipFill>
              <a:blip r:embed="rId16"/>
              <a:stretch>
                <a:fillRect/>
              </a:stretch>
            </p:blipFill>
            <p:spPr>
              <a:xfrm>
                <a:off x="11421992" y="6607190"/>
                <a:ext cx="677160" cy="21132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887809"/>
            <a:ext cx="1199326" cy="215305"/>
          </a:xfrm>
          <a:prstGeom prst="roundRect">
            <a:avLst>
              <a:gd name="adj" fmla="val 7901"/>
            </a:avLst>
          </a:prstGeom>
          <a:solidFill>
            <a:srgbClr val="F5E6CC"/>
          </a:solidFill>
          <a:ln/>
        </p:spPr>
      </p:sp>
      <p:sp>
        <p:nvSpPr>
          <p:cNvPr id="3" name="Text 1"/>
          <p:cNvSpPr/>
          <p:nvPr/>
        </p:nvSpPr>
        <p:spPr>
          <a:xfrm>
            <a:off x="746503" y="930275"/>
            <a:ext cx="1638854" cy="130373"/>
          </a:xfrm>
          <a:prstGeom prst="rect">
            <a:avLst/>
          </a:prstGeom>
          <a:noFill/>
          <a:ln/>
        </p:spPr>
        <p:txBody>
          <a:bodyPr wrap="none" lIns="0" tIns="0" rIns="0" bIns="0" rtlCol="0" anchor="t"/>
          <a:lstStyle/>
          <a:p>
            <a:pPr marL="0" indent="0" algn="l">
              <a:lnSpc>
                <a:spcPct val="96000"/>
              </a:lnSpc>
              <a:buNone/>
            </a:pPr>
            <a:r>
              <a:rPr lang="en-US" sz="850" dirty="0">
                <a:solidFill>
                  <a:srgbClr val="000000"/>
                </a:solidFill>
                <a:latin typeface="Public Sans Light" pitchFamily="34" charset="0"/>
                <a:ea typeface="Public Sans Light" pitchFamily="34" charset="-122"/>
                <a:cs typeface="Public Sans Light" pitchFamily="34" charset="-120"/>
              </a:rPr>
              <a:t>DATABASE DESIGN</a:t>
            </a:r>
            <a:endParaRPr lang="en-US" sz="850" dirty="0"/>
          </a:p>
        </p:txBody>
      </p:sp>
      <p:sp>
        <p:nvSpPr>
          <p:cNvPr id="4" name="Text 2"/>
          <p:cNvSpPr/>
          <p:nvPr/>
        </p:nvSpPr>
        <p:spPr>
          <a:xfrm>
            <a:off x="661475" y="1145580"/>
            <a:ext cx="10868745" cy="443012"/>
          </a:xfrm>
          <a:prstGeom prst="rect">
            <a:avLst/>
          </a:prstGeom>
          <a:noFill/>
          <a:ln/>
        </p:spPr>
        <p:txBody>
          <a:bodyPr wrap="none" lIns="0" tIns="0" rIns="0" bIns="0" rtlCol="0" anchor="t"/>
          <a:lstStyle/>
          <a:p>
            <a:pPr marL="0" indent="0" algn="l">
              <a:lnSpc>
                <a:spcPct val="104000"/>
              </a:lnSpc>
              <a:buNone/>
            </a:pPr>
            <a:r>
              <a:rPr lang="en-US" sz="2750" dirty="0">
                <a:solidFill>
                  <a:srgbClr val="0D0D0D"/>
                </a:solidFill>
                <a:latin typeface="Source Serif 4" pitchFamily="34" charset="0"/>
                <a:ea typeface="Source Serif 4" pitchFamily="34" charset="-122"/>
                <a:cs typeface="Source Serif 4" pitchFamily="34" charset="-120"/>
              </a:rPr>
              <a:t>Core Database Entities, Keys &amp; Attributes</a:t>
            </a:r>
            <a:endParaRPr lang="en-US" sz="2750" dirty="0"/>
          </a:p>
        </p:txBody>
      </p:sp>
      <p:sp>
        <p:nvSpPr>
          <p:cNvPr id="5" name="Text 3"/>
          <p:cNvSpPr/>
          <p:nvPr/>
        </p:nvSpPr>
        <p:spPr>
          <a:xfrm>
            <a:off x="661475" y="1748036"/>
            <a:ext cx="10868745" cy="347266"/>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License Hub is built on </a:t>
            </a:r>
            <a:r>
              <a:rPr lang="en-US" sz="1100" b="1" dirty="0">
                <a:solidFill>
                  <a:srgbClr val="1B365D"/>
                </a:solidFill>
                <a:latin typeface="Public Sans Bold" pitchFamily="34" charset="0"/>
                <a:ea typeface="Public Sans Bold" pitchFamily="34" charset="-122"/>
                <a:cs typeface="Public Sans Bold" pitchFamily="34" charset="-120"/>
              </a:rPr>
              <a:t>8 normalized entities</a:t>
            </a:r>
            <a:r>
              <a:rPr lang="en-US" sz="1100" dirty="0">
                <a:solidFill>
                  <a:srgbClr val="1B365D"/>
                </a:solidFill>
                <a:latin typeface="Public Sans Light" pitchFamily="34" charset="0"/>
                <a:ea typeface="Public Sans Light" pitchFamily="34" charset="-122"/>
                <a:cs typeface="Public Sans Light" pitchFamily="34" charset="-120"/>
              </a:rPr>
              <a:t>. Each entity captures a distinct real-world object in the software license lifecycle. Primary Keys (PK) uniquely identify each record; Foreign Keys (FK) enforce referential integrity between related tables.</a:t>
            </a:r>
            <a:endParaRPr lang="en-US" sz="1100" dirty="0"/>
          </a:p>
        </p:txBody>
      </p:sp>
      <p:sp>
        <p:nvSpPr>
          <p:cNvPr id="6" name="Shape 4"/>
          <p:cNvSpPr/>
          <p:nvPr/>
        </p:nvSpPr>
        <p:spPr>
          <a:xfrm>
            <a:off x="661475" y="2214860"/>
            <a:ext cx="10868745" cy="3755231"/>
          </a:xfrm>
          <a:prstGeom prst="roundRect">
            <a:avLst>
              <a:gd name="adj" fmla="val 566"/>
            </a:avLst>
          </a:prstGeom>
          <a:noFill/>
          <a:ln w="6350">
            <a:solidFill>
              <a:srgbClr val="000000">
                <a:alpha val="8000"/>
              </a:srgbClr>
            </a:solidFill>
            <a:prstDash val="solid"/>
          </a:ln>
        </p:spPr>
      </p:sp>
      <p:sp>
        <p:nvSpPr>
          <p:cNvPr id="7" name="Shape 5"/>
          <p:cNvSpPr/>
          <p:nvPr/>
        </p:nvSpPr>
        <p:spPr>
          <a:xfrm>
            <a:off x="661475" y="2538115"/>
            <a:ext cx="10868745" cy="8860"/>
          </a:xfrm>
          <a:prstGeom prst="rect">
            <a:avLst/>
          </a:prstGeom>
          <a:solidFill>
            <a:srgbClr val="000000">
              <a:alpha val="8000"/>
            </a:srgbClr>
          </a:solidFill>
          <a:ln/>
        </p:spPr>
      </p:sp>
      <p:sp>
        <p:nvSpPr>
          <p:cNvPr id="8" name="Shape 6"/>
          <p:cNvSpPr/>
          <p:nvPr/>
        </p:nvSpPr>
        <p:spPr>
          <a:xfrm>
            <a:off x="661475" y="2858195"/>
            <a:ext cx="10868745" cy="8860"/>
          </a:xfrm>
          <a:prstGeom prst="rect">
            <a:avLst/>
          </a:prstGeom>
          <a:solidFill>
            <a:srgbClr val="000000">
              <a:alpha val="8000"/>
            </a:srgbClr>
          </a:solidFill>
          <a:ln/>
        </p:spPr>
      </p:sp>
      <p:sp>
        <p:nvSpPr>
          <p:cNvPr id="9" name="Shape 7"/>
          <p:cNvSpPr/>
          <p:nvPr/>
        </p:nvSpPr>
        <p:spPr>
          <a:xfrm>
            <a:off x="661475" y="3351907"/>
            <a:ext cx="10868745" cy="8860"/>
          </a:xfrm>
          <a:prstGeom prst="rect">
            <a:avLst/>
          </a:prstGeom>
          <a:solidFill>
            <a:srgbClr val="000000">
              <a:alpha val="8000"/>
            </a:srgbClr>
          </a:solidFill>
          <a:ln/>
        </p:spPr>
      </p:sp>
      <p:sp>
        <p:nvSpPr>
          <p:cNvPr id="10" name="Shape 8"/>
          <p:cNvSpPr/>
          <p:nvPr/>
        </p:nvSpPr>
        <p:spPr>
          <a:xfrm>
            <a:off x="661475" y="3845620"/>
            <a:ext cx="10868745" cy="8860"/>
          </a:xfrm>
          <a:prstGeom prst="rect">
            <a:avLst/>
          </a:prstGeom>
          <a:solidFill>
            <a:srgbClr val="000000">
              <a:alpha val="8000"/>
            </a:srgbClr>
          </a:solidFill>
          <a:ln/>
        </p:spPr>
      </p:sp>
      <p:sp>
        <p:nvSpPr>
          <p:cNvPr id="11" name="Shape 9"/>
          <p:cNvSpPr/>
          <p:nvPr/>
        </p:nvSpPr>
        <p:spPr>
          <a:xfrm>
            <a:off x="661475" y="4165699"/>
            <a:ext cx="10868745" cy="8860"/>
          </a:xfrm>
          <a:prstGeom prst="rect">
            <a:avLst/>
          </a:prstGeom>
          <a:solidFill>
            <a:srgbClr val="000000">
              <a:alpha val="8000"/>
            </a:srgbClr>
          </a:solidFill>
          <a:ln/>
        </p:spPr>
      </p:sp>
      <p:sp>
        <p:nvSpPr>
          <p:cNvPr id="12" name="Shape 10"/>
          <p:cNvSpPr/>
          <p:nvPr/>
        </p:nvSpPr>
        <p:spPr>
          <a:xfrm>
            <a:off x="661475" y="4485779"/>
            <a:ext cx="10868745" cy="8860"/>
          </a:xfrm>
          <a:prstGeom prst="rect">
            <a:avLst/>
          </a:prstGeom>
          <a:solidFill>
            <a:srgbClr val="000000">
              <a:alpha val="8000"/>
            </a:srgbClr>
          </a:solidFill>
          <a:ln/>
        </p:spPr>
      </p:sp>
      <p:sp>
        <p:nvSpPr>
          <p:cNvPr id="13" name="Shape 11"/>
          <p:cNvSpPr/>
          <p:nvPr/>
        </p:nvSpPr>
        <p:spPr>
          <a:xfrm>
            <a:off x="661475" y="4979491"/>
            <a:ext cx="10868745" cy="8860"/>
          </a:xfrm>
          <a:prstGeom prst="rect">
            <a:avLst/>
          </a:prstGeom>
          <a:solidFill>
            <a:srgbClr val="000000">
              <a:alpha val="8000"/>
            </a:srgbClr>
          </a:solidFill>
          <a:ln/>
        </p:spPr>
      </p:sp>
      <p:sp>
        <p:nvSpPr>
          <p:cNvPr id="14" name="Shape 12"/>
          <p:cNvSpPr/>
          <p:nvPr/>
        </p:nvSpPr>
        <p:spPr>
          <a:xfrm>
            <a:off x="661475" y="5473204"/>
            <a:ext cx="10868745" cy="8860"/>
          </a:xfrm>
          <a:prstGeom prst="rect">
            <a:avLst/>
          </a:prstGeom>
          <a:solidFill>
            <a:srgbClr val="000000">
              <a:alpha val="8000"/>
            </a:srgbClr>
          </a:solidFill>
          <a:ln/>
        </p:spPr>
      </p:sp>
      <p:sp>
        <p:nvSpPr>
          <p:cNvPr id="15" name="Shape 13"/>
          <p:cNvSpPr/>
          <p:nvPr/>
        </p:nvSpPr>
        <p:spPr>
          <a:xfrm>
            <a:off x="2187917" y="2214860"/>
            <a:ext cx="8860" cy="3755231"/>
          </a:xfrm>
          <a:prstGeom prst="rect">
            <a:avLst/>
          </a:prstGeom>
          <a:solidFill>
            <a:srgbClr val="000000">
              <a:alpha val="8000"/>
            </a:srgbClr>
          </a:solidFill>
          <a:ln/>
        </p:spPr>
      </p:sp>
      <p:sp>
        <p:nvSpPr>
          <p:cNvPr id="16" name="Shape 14"/>
          <p:cNvSpPr/>
          <p:nvPr/>
        </p:nvSpPr>
        <p:spPr>
          <a:xfrm>
            <a:off x="4141982" y="2214860"/>
            <a:ext cx="8860" cy="3755231"/>
          </a:xfrm>
          <a:prstGeom prst="rect">
            <a:avLst/>
          </a:prstGeom>
          <a:solidFill>
            <a:srgbClr val="000000">
              <a:alpha val="8000"/>
            </a:srgbClr>
          </a:solidFill>
          <a:ln/>
        </p:spPr>
      </p:sp>
      <p:sp>
        <p:nvSpPr>
          <p:cNvPr id="17" name="Shape 15"/>
          <p:cNvSpPr/>
          <p:nvPr/>
        </p:nvSpPr>
        <p:spPr>
          <a:xfrm>
            <a:off x="5227507" y="2214860"/>
            <a:ext cx="8860" cy="3755231"/>
          </a:xfrm>
          <a:prstGeom prst="rect">
            <a:avLst/>
          </a:prstGeom>
          <a:solidFill>
            <a:srgbClr val="000000">
              <a:alpha val="8000"/>
            </a:srgbClr>
          </a:solidFill>
          <a:ln/>
        </p:spPr>
      </p:sp>
      <p:sp>
        <p:nvSpPr>
          <p:cNvPr id="18" name="Shape 16"/>
          <p:cNvSpPr/>
          <p:nvPr/>
        </p:nvSpPr>
        <p:spPr>
          <a:xfrm>
            <a:off x="5245227" y="2221944"/>
            <a:ext cx="8860" cy="3755231"/>
          </a:xfrm>
          <a:prstGeom prst="rect">
            <a:avLst/>
          </a:prstGeom>
          <a:solidFill>
            <a:srgbClr val="000000">
              <a:alpha val="8000"/>
            </a:srgbClr>
          </a:solidFill>
          <a:ln/>
        </p:spPr>
      </p:sp>
      <p:sp>
        <p:nvSpPr>
          <p:cNvPr id="19" name="Shape 17"/>
          <p:cNvSpPr/>
          <p:nvPr/>
        </p:nvSpPr>
        <p:spPr>
          <a:xfrm>
            <a:off x="668122" y="2221210"/>
            <a:ext cx="1519795" cy="316905"/>
          </a:xfrm>
          <a:custGeom>
            <a:avLst/>
            <a:gdLst/>
            <a:ahLst/>
            <a:cxnLst/>
            <a:rect l="l" t="t" r="r" b="b"/>
            <a:pathLst>
              <a:path w="1519795" h="316905">
                <a:moveTo>
                  <a:pt x="17721" y="0"/>
                </a:moveTo>
                <a:lnTo>
                  <a:pt x="1519795" y="0"/>
                </a:lnTo>
                <a:lnTo>
                  <a:pt x="1519795" y="316905"/>
                </a:lnTo>
                <a:lnTo>
                  <a:pt x="0" y="316905"/>
                </a:lnTo>
                <a:lnTo>
                  <a:pt x="0" y="17721"/>
                </a:lnTo>
                <a:arcTo wR="17721" hR="17721" stAng="10800000" swAng="5400000"/>
                <a:close/>
              </a:path>
            </a:pathLst>
          </a:custGeom>
          <a:solidFill>
            <a:srgbClr val="1B365D"/>
          </a:solidFill>
          <a:ln/>
        </p:spPr>
      </p:sp>
      <p:sp>
        <p:nvSpPr>
          <p:cNvPr id="20" name="Text 18"/>
          <p:cNvSpPr/>
          <p:nvPr/>
        </p:nvSpPr>
        <p:spPr>
          <a:xfrm>
            <a:off x="809803" y="2291259"/>
            <a:ext cx="1842843" cy="173633"/>
          </a:xfrm>
          <a:prstGeom prst="rect">
            <a:avLst/>
          </a:prstGeom>
          <a:noFill/>
          <a:ln/>
        </p:spPr>
        <p:txBody>
          <a:bodyPr wrap="none" lIns="0" tIns="0" rIns="0" bIns="0" rtlCol="0" anchor="t"/>
          <a:lstStyle/>
          <a:p>
            <a:pPr marL="0" indent="0" algn="l">
              <a:lnSpc>
                <a:spcPct val="102000"/>
              </a:lnSpc>
              <a:buNone/>
            </a:pPr>
            <a:r>
              <a:rPr lang="en-US" sz="1100" b="1" dirty="0">
                <a:solidFill>
                  <a:srgbClr val="FFFFFF"/>
                </a:solidFill>
                <a:latin typeface="Public Sans Bold" pitchFamily="34" charset="0"/>
                <a:ea typeface="Public Sans Bold" pitchFamily="34" charset="-122"/>
                <a:cs typeface="Public Sans Bold" pitchFamily="34" charset="-120"/>
              </a:rPr>
              <a:t>Entity</a:t>
            </a:r>
            <a:endParaRPr lang="en-US" sz="1100" dirty="0"/>
          </a:p>
        </p:txBody>
      </p:sp>
      <p:sp>
        <p:nvSpPr>
          <p:cNvPr id="21" name="Shape 19"/>
          <p:cNvSpPr/>
          <p:nvPr/>
        </p:nvSpPr>
        <p:spPr>
          <a:xfrm>
            <a:off x="2187917" y="2221210"/>
            <a:ext cx="1954064" cy="316905"/>
          </a:xfrm>
          <a:prstGeom prst="rect">
            <a:avLst/>
          </a:prstGeom>
          <a:solidFill>
            <a:srgbClr val="1B365D"/>
          </a:solidFill>
          <a:ln/>
        </p:spPr>
      </p:sp>
      <p:sp>
        <p:nvSpPr>
          <p:cNvPr id="22" name="Text 20"/>
          <p:cNvSpPr/>
          <p:nvPr/>
        </p:nvSpPr>
        <p:spPr>
          <a:xfrm>
            <a:off x="2332773" y="2291259"/>
            <a:ext cx="2273938" cy="173633"/>
          </a:xfrm>
          <a:prstGeom prst="rect">
            <a:avLst/>
          </a:prstGeom>
          <a:noFill/>
          <a:ln/>
        </p:spPr>
        <p:txBody>
          <a:bodyPr wrap="none" lIns="0" tIns="0" rIns="0" bIns="0" rtlCol="0" anchor="t"/>
          <a:lstStyle/>
          <a:p>
            <a:pPr marL="0" indent="0" algn="l">
              <a:lnSpc>
                <a:spcPct val="102000"/>
              </a:lnSpc>
              <a:buNone/>
            </a:pPr>
            <a:r>
              <a:rPr lang="en-US" sz="1100" b="1" dirty="0">
                <a:solidFill>
                  <a:srgbClr val="FFFFFF"/>
                </a:solidFill>
                <a:latin typeface="Public Sans Bold" pitchFamily="34" charset="0"/>
                <a:ea typeface="Public Sans Bold" pitchFamily="34" charset="-122"/>
                <a:cs typeface="Public Sans Bold" pitchFamily="34" charset="-120"/>
              </a:rPr>
              <a:t>Primary Key</a:t>
            </a:r>
            <a:endParaRPr lang="en-US" sz="1100" dirty="0"/>
          </a:p>
        </p:txBody>
      </p:sp>
      <p:sp>
        <p:nvSpPr>
          <p:cNvPr id="23" name="Shape 21"/>
          <p:cNvSpPr/>
          <p:nvPr/>
        </p:nvSpPr>
        <p:spPr>
          <a:xfrm>
            <a:off x="4141982" y="2221210"/>
            <a:ext cx="1085525" cy="316905"/>
          </a:xfrm>
          <a:prstGeom prst="rect">
            <a:avLst/>
          </a:prstGeom>
          <a:solidFill>
            <a:srgbClr val="1B365D"/>
          </a:solidFill>
          <a:ln/>
        </p:spPr>
      </p:sp>
      <p:sp>
        <p:nvSpPr>
          <p:cNvPr id="24" name="Text 22"/>
          <p:cNvSpPr/>
          <p:nvPr/>
        </p:nvSpPr>
        <p:spPr>
          <a:xfrm>
            <a:off x="4286837" y="2291259"/>
            <a:ext cx="1405398" cy="173633"/>
          </a:xfrm>
          <a:prstGeom prst="rect">
            <a:avLst/>
          </a:prstGeom>
          <a:noFill/>
          <a:ln/>
        </p:spPr>
        <p:txBody>
          <a:bodyPr wrap="none" lIns="0" tIns="0" rIns="0" bIns="0" rtlCol="0" anchor="t"/>
          <a:lstStyle/>
          <a:p>
            <a:pPr marL="0" indent="0" algn="l">
              <a:lnSpc>
                <a:spcPct val="102000"/>
              </a:lnSpc>
              <a:buNone/>
            </a:pPr>
            <a:r>
              <a:rPr lang="en-US" sz="1100" b="1" dirty="0">
                <a:solidFill>
                  <a:srgbClr val="FFFFFF"/>
                </a:solidFill>
                <a:latin typeface="Public Sans Bold" pitchFamily="34" charset="0"/>
                <a:ea typeface="Public Sans Bold" pitchFamily="34" charset="-122"/>
                <a:cs typeface="Public Sans Bold" pitchFamily="34" charset="-120"/>
              </a:rPr>
              <a:t>FK(s)</a:t>
            </a:r>
            <a:endParaRPr lang="en-US" sz="1100" dirty="0"/>
          </a:p>
        </p:txBody>
      </p:sp>
      <p:sp>
        <p:nvSpPr>
          <p:cNvPr id="26" name="Text 24"/>
          <p:cNvSpPr/>
          <p:nvPr/>
        </p:nvSpPr>
        <p:spPr>
          <a:xfrm>
            <a:off x="5372362" y="2291259"/>
            <a:ext cx="1405398" cy="173633"/>
          </a:xfrm>
          <a:prstGeom prst="rect">
            <a:avLst/>
          </a:prstGeom>
          <a:noFill/>
          <a:ln/>
        </p:spPr>
        <p:txBody>
          <a:bodyPr wrap="none" lIns="0" tIns="0" rIns="0" bIns="0" rtlCol="0" anchor="t"/>
          <a:lstStyle/>
          <a:p>
            <a:pPr marL="0" indent="0" algn="l">
              <a:lnSpc>
                <a:spcPct val="102000"/>
              </a:lnSpc>
              <a:buNone/>
            </a:pPr>
            <a:r>
              <a:rPr lang="en-US" sz="1100" b="1" dirty="0" err="1">
                <a:solidFill>
                  <a:srgbClr val="FFFFFF"/>
                </a:solidFill>
                <a:latin typeface="Public Sans Bold" pitchFamily="34" charset="0"/>
                <a:ea typeface="Public Sans Bold" pitchFamily="34" charset="-122"/>
                <a:cs typeface="Public Sans Bold" pitchFamily="34" charset="-120"/>
              </a:rPr>
              <a:t>otal</a:t>
            </a:r>
            <a:r>
              <a:rPr lang="en-US" sz="1100" b="1" dirty="0">
                <a:solidFill>
                  <a:srgbClr val="FFFFFF"/>
                </a:solidFill>
                <a:latin typeface="Public Sans Bold" pitchFamily="34" charset="0"/>
                <a:ea typeface="Public Sans Bold" pitchFamily="34" charset="-122"/>
                <a:cs typeface="Public Sans Bold" pitchFamily="34" charset="-120"/>
              </a:rPr>
              <a:t> Attrs.</a:t>
            </a:r>
            <a:endParaRPr lang="en-US" sz="1100" dirty="0"/>
          </a:p>
        </p:txBody>
      </p:sp>
      <p:sp>
        <p:nvSpPr>
          <p:cNvPr id="27" name="Shape 25"/>
          <p:cNvSpPr/>
          <p:nvPr/>
        </p:nvSpPr>
        <p:spPr>
          <a:xfrm>
            <a:off x="5236367" y="2221944"/>
            <a:ext cx="6293854" cy="316905"/>
          </a:xfrm>
          <a:custGeom>
            <a:avLst/>
            <a:gdLst/>
            <a:ahLst/>
            <a:cxnLst/>
            <a:rect l="l" t="t" r="r" b="b"/>
            <a:pathLst>
              <a:path w="5210838" h="316905">
                <a:moveTo>
                  <a:pt x="0" y="0"/>
                </a:moveTo>
                <a:lnTo>
                  <a:pt x="5193118" y="0"/>
                </a:lnTo>
                <a:arcTo wR="17721" hR="17721" stAng="16200000" swAng="5400000"/>
                <a:lnTo>
                  <a:pt x="5210838" y="316905"/>
                </a:lnTo>
                <a:lnTo>
                  <a:pt x="0" y="316905"/>
                </a:lnTo>
                <a:lnTo>
                  <a:pt x="0" y="0"/>
                </a:lnTo>
                <a:close/>
              </a:path>
            </a:pathLst>
          </a:custGeom>
          <a:solidFill>
            <a:srgbClr val="1B365D"/>
          </a:solidFill>
          <a:ln/>
        </p:spPr>
      </p:sp>
      <p:sp>
        <p:nvSpPr>
          <p:cNvPr id="28" name="Text 26"/>
          <p:cNvSpPr/>
          <p:nvPr/>
        </p:nvSpPr>
        <p:spPr>
          <a:xfrm>
            <a:off x="6457888" y="2291259"/>
            <a:ext cx="5533887" cy="173633"/>
          </a:xfrm>
          <a:prstGeom prst="rect">
            <a:avLst/>
          </a:prstGeom>
          <a:noFill/>
          <a:ln/>
        </p:spPr>
        <p:txBody>
          <a:bodyPr wrap="none" lIns="0" tIns="0" rIns="0" bIns="0" rtlCol="0" anchor="t"/>
          <a:lstStyle/>
          <a:p>
            <a:pPr marL="0" indent="0" algn="l">
              <a:lnSpc>
                <a:spcPct val="102000"/>
              </a:lnSpc>
              <a:buNone/>
            </a:pPr>
            <a:r>
              <a:rPr lang="en-US" sz="1100" b="1" dirty="0">
                <a:solidFill>
                  <a:srgbClr val="FFFFFF"/>
                </a:solidFill>
                <a:latin typeface="Public Sans Bold" pitchFamily="34" charset="0"/>
                <a:ea typeface="Public Sans Bold" pitchFamily="34" charset="-122"/>
                <a:cs typeface="Public Sans Bold" pitchFamily="34" charset="-120"/>
              </a:rPr>
              <a:t>Key Attributes</a:t>
            </a:r>
            <a:endParaRPr lang="en-US" sz="1100" dirty="0"/>
          </a:p>
        </p:txBody>
      </p:sp>
      <p:sp>
        <p:nvSpPr>
          <p:cNvPr id="29" name="Text 27"/>
          <p:cNvSpPr/>
          <p:nvPr/>
        </p:nvSpPr>
        <p:spPr>
          <a:xfrm>
            <a:off x="809803" y="2611338"/>
            <a:ext cx="1842843"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Department</a:t>
            </a:r>
            <a:endParaRPr lang="en-US" sz="1100" dirty="0"/>
          </a:p>
        </p:txBody>
      </p:sp>
      <p:sp>
        <p:nvSpPr>
          <p:cNvPr id="30" name="Text 28"/>
          <p:cNvSpPr/>
          <p:nvPr/>
        </p:nvSpPr>
        <p:spPr>
          <a:xfrm>
            <a:off x="2332773" y="2611338"/>
            <a:ext cx="227393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department_id</a:t>
            </a:r>
            <a:endParaRPr lang="en-US" sz="1100" dirty="0"/>
          </a:p>
        </p:txBody>
      </p:sp>
      <p:sp>
        <p:nvSpPr>
          <p:cNvPr id="31" name="Text 29"/>
          <p:cNvSpPr/>
          <p:nvPr/>
        </p:nvSpPr>
        <p:spPr>
          <a:xfrm>
            <a:off x="4286837" y="2611338"/>
            <a:ext cx="140539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a:t>
            </a:r>
            <a:endParaRPr lang="en-US" sz="1100" dirty="0"/>
          </a:p>
        </p:txBody>
      </p:sp>
      <p:sp>
        <p:nvSpPr>
          <p:cNvPr id="32" name="Text 30"/>
          <p:cNvSpPr/>
          <p:nvPr/>
        </p:nvSpPr>
        <p:spPr>
          <a:xfrm>
            <a:off x="5372362" y="2611338"/>
            <a:ext cx="1405398" cy="173633"/>
          </a:xfrm>
          <a:prstGeom prst="rect">
            <a:avLst/>
          </a:prstGeom>
          <a:noFill/>
          <a:ln/>
        </p:spPr>
        <p:txBody>
          <a:bodyPr wrap="none" lIns="0" tIns="0" rIns="0" bIns="0" rtlCol="0" anchor="t"/>
          <a:lstStyle/>
          <a:p>
            <a:pPr marL="0" indent="0" algn="l">
              <a:lnSpc>
                <a:spcPct val="102000"/>
              </a:lnSpc>
              <a:buNone/>
            </a:pPr>
            <a:endParaRPr lang="en-US" sz="1100" dirty="0"/>
          </a:p>
        </p:txBody>
      </p:sp>
      <p:sp>
        <p:nvSpPr>
          <p:cNvPr id="33" name="Text 31"/>
          <p:cNvSpPr/>
          <p:nvPr/>
        </p:nvSpPr>
        <p:spPr>
          <a:xfrm>
            <a:off x="6457888" y="2611338"/>
            <a:ext cx="5533887"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department_name, hod_name, block_name, contact_email</a:t>
            </a:r>
            <a:endParaRPr lang="en-US" sz="1100" dirty="0"/>
          </a:p>
        </p:txBody>
      </p:sp>
      <p:sp>
        <p:nvSpPr>
          <p:cNvPr id="34" name="Text 32"/>
          <p:cNvSpPr/>
          <p:nvPr/>
        </p:nvSpPr>
        <p:spPr>
          <a:xfrm>
            <a:off x="809803" y="2931418"/>
            <a:ext cx="1842843"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ComputerLab</a:t>
            </a:r>
            <a:endParaRPr lang="en-US" sz="1100" dirty="0"/>
          </a:p>
        </p:txBody>
      </p:sp>
      <p:sp>
        <p:nvSpPr>
          <p:cNvPr id="35" name="Text 33"/>
          <p:cNvSpPr/>
          <p:nvPr/>
        </p:nvSpPr>
        <p:spPr>
          <a:xfrm>
            <a:off x="2332773" y="2931418"/>
            <a:ext cx="227393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lab_id</a:t>
            </a:r>
            <a:endParaRPr lang="en-US" sz="1100" dirty="0"/>
          </a:p>
        </p:txBody>
      </p:sp>
      <p:sp>
        <p:nvSpPr>
          <p:cNvPr id="36" name="Text 34"/>
          <p:cNvSpPr/>
          <p:nvPr/>
        </p:nvSpPr>
        <p:spPr>
          <a:xfrm>
            <a:off x="4286837" y="2931418"/>
            <a:ext cx="795814" cy="347266"/>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department_id</a:t>
            </a:r>
            <a:endParaRPr lang="en-US" sz="1100" dirty="0"/>
          </a:p>
        </p:txBody>
      </p:sp>
      <p:sp>
        <p:nvSpPr>
          <p:cNvPr id="38" name="Text 36"/>
          <p:cNvSpPr/>
          <p:nvPr/>
        </p:nvSpPr>
        <p:spPr>
          <a:xfrm>
            <a:off x="6457888" y="2931418"/>
            <a:ext cx="5533887"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lab_name, location, capacity, lab_incharge, department_id (FK)</a:t>
            </a:r>
            <a:endParaRPr lang="en-US" sz="1100" dirty="0"/>
          </a:p>
        </p:txBody>
      </p:sp>
      <p:sp>
        <p:nvSpPr>
          <p:cNvPr id="39" name="Text 37"/>
          <p:cNvSpPr/>
          <p:nvPr/>
        </p:nvSpPr>
        <p:spPr>
          <a:xfrm>
            <a:off x="809803" y="3425130"/>
            <a:ext cx="1842843"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ComputerSystem</a:t>
            </a:r>
            <a:endParaRPr lang="en-US" sz="1100" dirty="0"/>
          </a:p>
        </p:txBody>
      </p:sp>
      <p:sp>
        <p:nvSpPr>
          <p:cNvPr id="40" name="Text 38"/>
          <p:cNvSpPr/>
          <p:nvPr/>
        </p:nvSpPr>
        <p:spPr>
          <a:xfrm>
            <a:off x="2332773" y="3425130"/>
            <a:ext cx="227393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system_id</a:t>
            </a:r>
            <a:endParaRPr lang="en-US" sz="1100" dirty="0"/>
          </a:p>
        </p:txBody>
      </p:sp>
      <p:sp>
        <p:nvSpPr>
          <p:cNvPr id="41" name="Text 39"/>
          <p:cNvSpPr/>
          <p:nvPr/>
        </p:nvSpPr>
        <p:spPr>
          <a:xfrm>
            <a:off x="4286837" y="3425130"/>
            <a:ext cx="140539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lab_id</a:t>
            </a:r>
            <a:endParaRPr lang="en-US" sz="1100" dirty="0"/>
          </a:p>
        </p:txBody>
      </p:sp>
      <p:sp>
        <p:nvSpPr>
          <p:cNvPr id="43" name="Text 41"/>
          <p:cNvSpPr/>
          <p:nvPr/>
        </p:nvSpPr>
        <p:spPr>
          <a:xfrm>
            <a:off x="6457888" y="3425130"/>
            <a:ext cx="4924302" cy="347266"/>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asset_tag, system_name, OS, processor, ram_gb, storage_gb, system_status, lab_id (FK)</a:t>
            </a:r>
            <a:endParaRPr lang="en-US" sz="1100" dirty="0"/>
          </a:p>
        </p:txBody>
      </p:sp>
      <p:sp>
        <p:nvSpPr>
          <p:cNvPr id="44" name="Text 42"/>
          <p:cNvSpPr/>
          <p:nvPr/>
        </p:nvSpPr>
        <p:spPr>
          <a:xfrm>
            <a:off x="809803" y="3918843"/>
            <a:ext cx="1842843"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Vendor</a:t>
            </a:r>
            <a:endParaRPr lang="en-US" sz="1100" dirty="0"/>
          </a:p>
        </p:txBody>
      </p:sp>
      <p:sp>
        <p:nvSpPr>
          <p:cNvPr id="45" name="Text 43"/>
          <p:cNvSpPr/>
          <p:nvPr/>
        </p:nvSpPr>
        <p:spPr>
          <a:xfrm>
            <a:off x="2332773" y="3918843"/>
            <a:ext cx="227393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vendor_id</a:t>
            </a:r>
            <a:endParaRPr lang="en-US" sz="1100" dirty="0"/>
          </a:p>
        </p:txBody>
      </p:sp>
      <p:sp>
        <p:nvSpPr>
          <p:cNvPr id="46" name="Text 44"/>
          <p:cNvSpPr/>
          <p:nvPr/>
        </p:nvSpPr>
        <p:spPr>
          <a:xfrm>
            <a:off x="4286837" y="3918843"/>
            <a:ext cx="140539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a:t>
            </a:r>
            <a:endParaRPr lang="en-US" sz="1100" dirty="0"/>
          </a:p>
        </p:txBody>
      </p:sp>
      <p:sp>
        <p:nvSpPr>
          <p:cNvPr id="47" name="Text 45"/>
          <p:cNvSpPr/>
          <p:nvPr/>
        </p:nvSpPr>
        <p:spPr>
          <a:xfrm>
            <a:off x="5372362" y="3918843"/>
            <a:ext cx="1405398" cy="173633"/>
          </a:xfrm>
          <a:prstGeom prst="rect">
            <a:avLst/>
          </a:prstGeom>
          <a:noFill/>
          <a:ln/>
        </p:spPr>
        <p:txBody>
          <a:bodyPr wrap="none" lIns="0" tIns="0" rIns="0" bIns="0" rtlCol="0" anchor="t"/>
          <a:lstStyle/>
          <a:p>
            <a:pPr marL="0" indent="0" algn="l">
              <a:lnSpc>
                <a:spcPct val="102000"/>
              </a:lnSpc>
              <a:buNone/>
            </a:pPr>
            <a:endParaRPr lang="en-US" sz="1100" dirty="0"/>
          </a:p>
        </p:txBody>
      </p:sp>
      <p:sp>
        <p:nvSpPr>
          <p:cNvPr id="48" name="Text 46"/>
          <p:cNvSpPr/>
          <p:nvPr/>
        </p:nvSpPr>
        <p:spPr>
          <a:xfrm>
            <a:off x="6457888" y="3918843"/>
            <a:ext cx="5533887"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vendor_name, contact_person, email, phone_number, address</a:t>
            </a:r>
            <a:endParaRPr lang="en-US" sz="1100" dirty="0"/>
          </a:p>
        </p:txBody>
      </p:sp>
      <p:sp>
        <p:nvSpPr>
          <p:cNvPr id="49" name="Text 47"/>
          <p:cNvSpPr/>
          <p:nvPr/>
        </p:nvSpPr>
        <p:spPr>
          <a:xfrm>
            <a:off x="809803" y="4238923"/>
            <a:ext cx="1842843"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Software</a:t>
            </a:r>
            <a:endParaRPr lang="en-US" sz="1100" dirty="0"/>
          </a:p>
        </p:txBody>
      </p:sp>
      <p:sp>
        <p:nvSpPr>
          <p:cNvPr id="50" name="Text 48"/>
          <p:cNvSpPr/>
          <p:nvPr/>
        </p:nvSpPr>
        <p:spPr>
          <a:xfrm>
            <a:off x="2332773" y="4238923"/>
            <a:ext cx="227393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software_id</a:t>
            </a:r>
            <a:endParaRPr lang="en-US" sz="1100" dirty="0"/>
          </a:p>
        </p:txBody>
      </p:sp>
      <p:sp>
        <p:nvSpPr>
          <p:cNvPr id="51" name="Text 49"/>
          <p:cNvSpPr/>
          <p:nvPr/>
        </p:nvSpPr>
        <p:spPr>
          <a:xfrm>
            <a:off x="4286837" y="4238923"/>
            <a:ext cx="140539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vendor_id</a:t>
            </a:r>
            <a:endParaRPr lang="en-US" sz="1100" dirty="0"/>
          </a:p>
        </p:txBody>
      </p:sp>
      <p:sp>
        <p:nvSpPr>
          <p:cNvPr id="53" name="Text 51"/>
          <p:cNvSpPr/>
          <p:nvPr/>
        </p:nvSpPr>
        <p:spPr>
          <a:xfrm>
            <a:off x="6457888" y="4238923"/>
            <a:ext cx="5533887"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software_name, version, category, platform, description, vendor_id (FK)</a:t>
            </a:r>
            <a:endParaRPr lang="en-US" sz="1100" dirty="0"/>
          </a:p>
        </p:txBody>
      </p:sp>
      <p:sp>
        <p:nvSpPr>
          <p:cNvPr id="54" name="Text 52"/>
          <p:cNvSpPr/>
          <p:nvPr/>
        </p:nvSpPr>
        <p:spPr>
          <a:xfrm>
            <a:off x="809803" y="4559002"/>
            <a:ext cx="1842843"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License</a:t>
            </a:r>
            <a:endParaRPr lang="en-US" sz="1100" dirty="0"/>
          </a:p>
        </p:txBody>
      </p:sp>
      <p:sp>
        <p:nvSpPr>
          <p:cNvPr id="55" name="Text 53"/>
          <p:cNvSpPr/>
          <p:nvPr/>
        </p:nvSpPr>
        <p:spPr>
          <a:xfrm>
            <a:off x="2332773" y="4559002"/>
            <a:ext cx="227393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license_id</a:t>
            </a:r>
            <a:endParaRPr lang="en-US" sz="1100" dirty="0"/>
          </a:p>
        </p:txBody>
      </p:sp>
      <p:sp>
        <p:nvSpPr>
          <p:cNvPr id="56" name="Text 54"/>
          <p:cNvSpPr/>
          <p:nvPr/>
        </p:nvSpPr>
        <p:spPr>
          <a:xfrm>
            <a:off x="4286837" y="4559002"/>
            <a:ext cx="140539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software_id</a:t>
            </a:r>
            <a:endParaRPr lang="en-US" sz="1100" dirty="0"/>
          </a:p>
        </p:txBody>
      </p:sp>
      <p:sp>
        <p:nvSpPr>
          <p:cNvPr id="58" name="Text 56"/>
          <p:cNvSpPr/>
          <p:nvPr/>
        </p:nvSpPr>
        <p:spPr>
          <a:xfrm>
            <a:off x="6457888" y="4559002"/>
            <a:ext cx="4924302" cy="347266"/>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license_reference, license_type, purchase_date, expiry_date, permitted_installations, license_status, software_id (FK)</a:t>
            </a:r>
            <a:endParaRPr lang="en-US" sz="1100" dirty="0"/>
          </a:p>
        </p:txBody>
      </p:sp>
      <p:sp>
        <p:nvSpPr>
          <p:cNvPr id="59" name="Text 57"/>
          <p:cNvSpPr/>
          <p:nvPr/>
        </p:nvSpPr>
        <p:spPr>
          <a:xfrm>
            <a:off x="809803" y="5052715"/>
            <a:ext cx="1842843"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Installation</a:t>
            </a:r>
            <a:endParaRPr lang="en-US" sz="1100" dirty="0"/>
          </a:p>
        </p:txBody>
      </p:sp>
      <p:sp>
        <p:nvSpPr>
          <p:cNvPr id="60" name="Text 58"/>
          <p:cNvSpPr/>
          <p:nvPr/>
        </p:nvSpPr>
        <p:spPr>
          <a:xfrm>
            <a:off x="2332773" y="5052715"/>
            <a:ext cx="227393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installation_id</a:t>
            </a:r>
            <a:endParaRPr lang="en-US" sz="1100" dirty="0"/>
          </a:p>
        </p:txBody>
      </p:sp>
      <p:sp>
        <p:nvSpPr>
          <p:cNvPr id="61" name="Text 59"/>
          <p:cNvSpPr/>
          <p:nvPr/>
        </p:nvSpPr>
        <p:spPr>
          <a:xfrm>
            <a:off x="4286837" y="5052715"/>
            <a:ext cx="795814" cy="347266"/>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license_id, system_id</a:t>
            </a:r>
            <a:endParaRPr lang="en-US" sz="1100" dirty="0"/>
          </a:p>
        </p:txBody>
      </p:sp>
      <p:sp>
        <p:nvSpPr>
          <p:cNvPr id="63" name="Text 61"/>
          <p:cNvSpPr/>
          <p:nvPr/>
        </p:nvSpPr>
        <p:spPr>
          <a:xfrm>
            <a:off x="6457888" y="5052715"/>
            <a:ext cx="4924302" cy="347266"/>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installation_date, installation_status, installed_by, remarks, license_id (FK), system_id (FK)</a:t>
            </a:r>
            <a:endParaRPr lang="en-US" sz="1100" dirty="0"/>
          </a:p>
        </p:txBody>
      </p:sp>
      <p:sp>
        <p:nvSpPr>
          <p:cNvPr id="64" name="Text 62"/>
          <p:cNvSpPr/>
          <p:nvPr/>
        </p:nvSpPr>
        <p:spPr>
          <a:xfrm>
            <a:off x="809803" y="5546427"/>
            <a:ext cx="1842843"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RenewalRequest</a:t>
            </a:r>
            <a:endParaRPr lang="en-US" sz="1100" dirty="0"/>
          </a:p>
        </p:txBody>
      </p:sp>
      <p:sp>
        <p:nvSpPr>
          <p:cNvPr id="65" name="Text 63"/>
          <p:cNvSpPr/>
          <p:nvPr/>
        </p:nvSpPr>
        <p:spPr>
          <a:xfrm>
            <a:off x="2332773" y="5546427"/>
            <a:ext cx="227393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renewal_id</a:t>
            </a:r>
            <a:endParaRPr lang="en-US" sz="1100" dirty="0"/>
          </a:p>
        </p:txBody>
      </p:sp>
      <p:sp>
        <p:nvSpPr>
          <p:cNvPr id="66" name="Text 64"/>
          <p:cNvSpPr/>
          <p:nvPr/>
        </p:nvSpPr>
        <p:spPr>
          <a:xfrm>
            <a:off x="4286837" y="5546427"/>
            <a:ext cx="1405398"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license_id</a:t>
            </a:r>
            <a:endParaRPr lang="en-US" sz="1100" dirty="0"/>
          </a:p>
        </p:txBody>
      </p:sp>
      <p:sp>
        <p:nvSpPr>
          <p:cNvPr id="68" name="Text 66"/>
          <p:cNvSpPr/>
          <p:nvPr/>
        </p:nvSpPr>
        <p:spPr>
          <a:xfrm>
            <a:off x="6457888" y="5546427"/>
            <a:ext cx="4924302" cy="347266"/>
          </a:xfrm>
          <a:prstGeom prst="rect">
            <a:avLst/>
          </a:prstGeom>
          <a:noFill/>
          <a:ln/>
        </p:spPr>
        <p:txBody>
          <a:bodyPr wrap="square" lIns="0" tIns="0" rIns="0" bIns="0" rtlCol="0" anchor="t">
            <a:normAutofit/>
          </a:bodyPr>
          <a:lstStyle/>
          <a:p>
            <a:pPr marL="0" indent="0" algn="l">
              <a:lnSpc>
                <a:spcPct val="102000"/>
              </a:lnSpc>
              <a:buNone/>
            </a:pPr>
            <a:r>
              <a:rPr lang="en-US" sz="1100" dirty="0">
                <a:solidFill>
                  <a:srgbClr val="1B365D"/>
                </a:solidFill>
                <a:latin typeface="Public Sans Light" pitchFamily="34" charset="0"/>
                <a:ea typeface="Public Sans Light" pitchFamily="34" charset="-122"/>
                <a:cs typeface="Public Sans Light" pitchFamily="34" charset="-120"/>
              </a:rPr>
              <a:t>request_date, renewal_due_date, renewal_status, approved_by, remarks, license_id (FK)</a:t>
            </a:r>
            <a:endParaRPr lang="en-US" sz="1100" dirty="0"/>
          </a:p>
        </p:txBody>
      </p:sp>
      <p:grpSp>
        <p:nvGrpSpPr>
          <p:cNvPr id="73" name="Group 72">
            <a:extLst>
              <a:ext uri="{FF2B5EF4-FFF2-40B4-BE49-F238E27FC236}">
                <a16:creationId xmlns:a16="http://schemas.microsoft.com/office/drawing/2014/main" id="{2B72B410-6C13-590D-5BE1-1376D1A35D39}"/>
              </a:ext>
            </a:extLst>
          </p:cNvPr>
          <p:cNvGrpSpPr/>
          <p:nvPr/>
        </p:nvGrpSpPr>
        <p:grpSpPr>
          <a:xfrm>
            <a:off x="11159192" y="6596750"/>
            <a:ext cx="896400" cy="112680"/>
            <a:chOff x="11159192" y="6596750"/>
            <a:chExt cx="896400" cy="112680"/>
          </a:xfrm>
        </p:grpSpPr>
        <mc:AlternateContent xmlns:mc="http://schemas.openxmlformats.org/markup-compatibility/2006" xmlns:p14="http://schemas.microsoft.com/office/powerpoint/2010/main">
          <mc:Choice Requires="p14">
            <p:contentPart p14:bwMode="auto" r:id="rId3">
              <p14:nvContentPartPr>
                <p14:cNvPr id="69" name="Ink 68">
                  <a:extLst>
                    <a:ext uri="{FF2B5EF4-FFF2-40B4-BE49-F238E27FC236}">
                      <a16:creationId xmlns:a16="http://schemas.microsoft.com/office/drawing/2014/main" id="{CA320010-379E-EAA1-E51C-0BF52AFE07CE}"/>
                    </a:ext>
                  </a:extLst>
                </p14:cNvPr>
                <p14:cNvContentPartPr/>
                <p14:nvPr/>
              </p14:nvContentPartPr>
              <p14:xfrm>
                <a:off x="11186552" y="6633110"/>
                <a:ext cx="869040" cy="66240"/>
              </p14:xfrm>
            </p:contentPart>
          </mc:Choice>
          <mc:Fallback xmlns="">
            <p:pic>
              <p:nvPicPr>
                <p:cNvPr id="69" name="Ink 68">
                  <a:extLst>
                    <a:ext uri="{FF2B5EF4-FFF2-40B4-BE49-F238E27FC236}">
                      <a16:creationId xmlns:a16="http://schemas.microsoft.com/office/drawing/2014/main" id="{CA320010-379E-EAA1-E51C-0BF52AFE07CE}"/>
                    </a:ext>
                  </a:extLst>
                </p:cNvPr>
                <p:cNvPicPr/>
                <p:nvPr/>
              </p:nvPicPr>
              <p:blipFill>
                <a:blip r:embed="rId4"/>
                <a:stretch>
                  <a:fillRect/>
                </a:stretch>
              </p:blipFill>
              <p:spPr>
                <a:xfrm>
                  <a:off x="11123552" y="6570470"/>
                  <a:ext cx="99468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0" name="Ink 69">
                  <a:extLst>
                    <a:ext uri="{FF2B5EF4-FFF2-40B4-BE49-F238E27FC236}">
                      <a16:creationId xmlns:a16="http://schemas.microsoft.com/office/drawing/2014/main" id="{DA7F40DB-C2D6-7842-8135-FE313E05F090}"/>
                    </a:ext>
                  </a:extLst>
                </p14:cNvPr>
                <p14:cNvContentPartPr/>
                <p14:nvPr/>
              </p14:nvContentPartPr>
              <p14:xfrm>
                <a:off x="11159192" y="6596750"/>
                <a:ext cx="381600" cy="74880"/>
              </p14:xfrm>
            </p:contentPart>
          </mc:Choice>
          <mc:Fallback xmlns="">
            <p:pic>
              <p:nvPicPr>
                <p:cNvPr id="70" name="Ink 69">
                  <a:extLst>
                    <a:ext uri="{FF2B5EF4-FFF2-40B4-BE49-F238E27FC236}">
                      <a16:creationId xmlns:a16="http://schemas.microsoft.com/office/drawing/2014/main" id="{DA7F40DB-C2D6-7842-8135-FE313E05F090}"/>
                    </a:ext>
                  </a:extLst>
                </p:cNvPr>
                <p:cNvPicPr/>
                <p:nvPr/>
              </p:nvPicPr>
              <p:blipFill>
                <a:blip r:embed="rId6"/>
                <a:stretch>
                  <a:fillRect/>
                </a:stretch>
              </p:blipFill>
              <p:spPr>
                <a:xfrm>
                  <a:off x="11096552" y="6533750"/>
                  <a:ext cx="50724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2" name="Ink 71">
                  <a:extLst>
                    <a:ext uri="{FF2B5EF4-FFF2-40B4-BE49-F238E27FC236}">
                      <a16:creationId xmlns:a16="http://schemas.microsoft.com/office/drawing/2014/main" id="{8FC8DC02-6E58-718E-7ECD-60BCF427D30B}"/>
                    </a:ext>
                  </a:extLst>
                </p14:cNvPr>
                <p14:cNvContentPartPr/>
                <p14:nvPr/>
              </p14:nvContentPartPr>
              <p14:xfrm>
                <a:off x="11289872" y="6698630"/>
                <a:ext cx="747000" cy="10800"/>
              </p14:xfrm>
            </p:contentPart>
          </mc:Choice>
          <mc:Fallback xmlns="">
            <p:pic>
              <p:nvPicPr>
                <p:cNvPr id="72" name="Ink 71">
                  <a:extLst>
                    <a:ext uri="{FF2B5EF4-FFF2-40B4-BE49-F238E27FC236}">
                      <a16:creationId xmlns:a16="http://schemas.microsoft.com/office/drawing/2014/main" id="{8FC8DC02-6E58-718E-7ECD-60BCF427D30B}"/>
                    </a:ext>
                  </a:extLst>
                </p:cNvPr>
                <p:cNvPicPr/>
                <p:nvPr/>
              </p:nvPicPr>
              <p:blipFill>
                <a:blip r:embed="rId8"/>
                <a:stretch>
                  <a:fillRect/>
                </a:stretch>
              </p:blipFill>
              <p:spPr>
                <a:xfrm>
                  <a:off x="11226872" y="6635990"/>
                  <a:ext cx="872640" cy="136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71" name="Ink 70">
                <a:extLst>
                  <a:ext uri="{FF2B5EF4-FFF2-40B4-BE49-F238E27FC236}">
                    <a16:creationId xmlns:a16="http://schemas.microsoft.com/office/drawing/2014/main" id="{F986FE19-47D3-15A0-B9C3-60FB257A3342}"/>
                  </a:ext>
                </a:extLst>
              </p14:cNvPr>
              <p14:cNvContentPartPr/>
              <p14:nvPr/>
            </p14:nvContentPartPr>
            <p14:xfrm>
              <a:off x="11082512" y="6427190"/>
              <a:ext cx="982080" cy="262800"/>
            </p14:xfrm>
          </p:contentPart>
        </mc:Choice>
        <mc:Fallback xmlns="">
          <p:pic>
            <p:nvPicPr>
              <p:cNvPr id="71" name="Ink 70">
                <a:extLst>
                  <a:ext uri="{FF2B5EF4-FFF2-40B4-BE49-F238E27FC236}">
                    <a16:creationId xmlns:a16="http://schemas.microsoft.com/office/drawing/2014/main" id="{F986FE19-47D3-15A0-B9C3-60FB257A3342}"/>
                  </a:ext>
                </a:extLst>
              </p:cNvPr>
              <p:cNvPicPr/>
              <p:nvPr/>
            </p:nvPicPr>
            <p:blipFill>
              <a:blip r:embed="rId10"/>
              <a:stretch>
                <a:fillRect/>
              </a:stretch>
            </p:blipFill>
            <p:spPr>
              <a:xfrm>
                <a:off x="11019872" y="6364550"/>
                <a:ext cx="1107720" cy="38844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2F4FF82-E126-A606-2390-85EEE59CEFB0}"/>
              </a:ext>
            </a:extLst>
          </p:cNvPr>
          <p:cNvGrpSpPr/>
          <p:nvPr/>
        </p:nvGrpSpPr>
        <p:grpSpPr>
          <a:xfrm>
            <a:off x="11084672" y="6557811"/>
            <a:ext cx="962280" cy="216779"/>
            <a:chOff x="11084672" y="6557811"/>
            <a:chExt cx="962280" cy="216779"/>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38C1F76-8FFE-3709-BAE7-F46D9C8DC40C}"/>
                    </a:ext>
                  </a:extLst>
                </p14:cNvPr>
                <p14:cNvContentPartPr/>
                <p14:nvPr/>
              </p14:nvContentPartPr>
              <p14:xfrm>
                <a:off x="11131112" y="6652190"/>
                <a:ext cx="915840" cy="122400"/>
              </p14:xfrm>
            </p:contentPart>
          </mc:Choice>
          <mc:Fallback xmlns="">
            <p:pic>
              <p:nvPicPr>
                <p:cNvPr id="2" name="Ink 1">
                  <a:extLst>
                    <a:ext uri="{FF2B5EF4-FFF2-40B4-BE49-F238E27FC236}">
                      <a16:creationId xmlns:a16="http://schemas.microsoft.com/office/drawing/2014/main" id="{638C1F76-8FFE-3709-BAE7-F46D9C8DC40C}"/>
                    </a:ext>
                  </a:extLst>
                </p:cNvPr>
                <p:cNvPicPr/>
                <p:nvPr/>
              </p:nvPicPr>
              <p:blipFill>
                <a:blip r:embed="rId3"/>
                <a:stretch>
                  <a:fillRect/>
                </a:stretch>
              </p:blipFill>
              <p:spPr>
                <a:xfrm>
                  <a:off x="11068472" y="6589550"/>
                  <a:ext cx="104148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8C80E3A9-E5BA-AE98-E577-44F50016FCDC}"/>
                    </a:ext>
                  </a:extLst>
                </p14:cNvPr>
                <p14:cNvContentPartPr/>
                <p14:nvPr/>
              </p14:nvContentPartPr>
              <p14:xfrm>
                <a:off x="11084672" y="6557811"/>
                <a:ext cx="879840" cy="48240"/>
              </p14:xfrm>
            </p:contentPart>
          </mc:Choice>
          <mc:Fallback xmlns="">
            <p:pic>
              <p:nvPicPr>
                <p:cNvPr id="3" name="Ink 2">
                  <a:extLst>
                    <a:ext uri="{FF2B5EF4-FFF2-40B4-BE49-F238E27FC236}">
                      <a16:creationId xmlns:a16="http://schemas.microsoft.com/office/drawing/2014/main" id="{8C80E3A9-E5BA-AE98-E577-44F50016FCDC}"/>
                    </a:ext>
                  </a:extLst>
                </p:cNvPr>
                <p:cNvPicPr/>
                <p:nvPr/>
              </p:nvPicPr>
              <p:blipFill>
                <a:blip r:embed="rId5"/>
                <a:stretch>
                  <a:fillRect/>
                </a:stretch>
              </p:blipFill>
              <p:spPr>
                <a:xfrm>
                  <a:off x="11021672" y="6495171"/>
                  <a:ext cx="1005480" cy="173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4FBA136B-5459-29B9-4E67-BC5B1D641822}"/>
                  </a:ext>
                </a:extLst>
              </p14:cNvPr>
              <p14:cNvContentPartPr/>
              <p14:nvPr/>
            </p14:nvContentPartPr>
            <p14:xfrm>
              <a:off x="11135792" y="6550251"/>
              <a:ext cx="900720" cy="150120"/>
            </p14:xfrm>
          </p:contentPart>
        </mc:Choice>
        <mc:Fallback xmlns="">
          <p:pic>
            <p:nvPicPr>
              <p:cNvPr id="8" name="Ink 7">
                <a:extLst>
                  <a:ext uri="{FF2B5EF4-FFF2-40B4-BE49-F238E27FC236}">
                    <a16:creationId xmlns:a16="http://schemas.microsoft.com/office/drawing/2014/main" id="{4FBA136B-5459-29B9-4E67-BC5B1D641822}"/>
                  </a:ext>
                </a:extLst>
              </p:cNvPr>
              <p:cNvPicPr/>
              <p:nvPr/>
            </p:nvPicPr>
            <p:blipFill>
              <a:blip r:embed="rId8"/>
              <a:stretch>
                <a:fillRect/>
              </a:stretch>
            </p:blipFill>
            <p:spPr>
              <a:xfrm>
                <a:off x="11073152" y="6487251"/>
                <a:ext cx="1026360" cy="275760"/>
              </a:xfrm>
              <a:prstGeom prst="rect">
                <a:avLst/>
              </a:prstGeom>
            </p:spPr>
          </p:pic>
        </mc:Fallback>
      </mc:AlternateContent>
      <p:pic>
        <p:nvPicPr>
          <p:cNvPr id="6" name="Picture 5">
            <a:extLst>
              <a:ext uri="{FF2B5EF4-FFF2-40B4-BE49-F238E27FC236}">
                <a16:creationId xmlns:a16="http://schemas.microsoft.com/office/drawing/2014/main" id="{EB62AA3E-E6C4-758E-4998-88218EF87513}"/>
              </a:ext>
            </a:extLst>
          </p:cNvPr>
          <p:cNvPicPr>
            <a:picLocks noChangeAspect="1"/>
          </p:cNvPicPr>
          <p:nvPr/>
        </p:nvPicPr>
        <p:blipFill>
          <a:blip r:embed="rId9"/>
          <a:stretch>
            <a:fillRect/>
          </a:stretch>
        </p:blipFill>
        <p:spPr>
          <a:xfrm>
            <a:off x="2276475" y="39070"/>
            <a:ext cx="7632636" cy="6680936"/>
          </a:xfrm>
          <a:prstGeom prst="rect">
            <a:avLst/>
          </a:prstGeom>
        </p:spPr>
      </p:pic>
    </p:spTree>
    <p:extLst>
      <p:ext uri="{BB962C8B-B14F-4D97-AF65-F5344CB8AC3E}">
        <p14:creationId xmlns:p14="http://schemas.microsoft.com/office/powerpoint/2010/main" val="1303343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818852"/>
            <a:ext cx="966565" cy="229691"/>
          </a:xfrm>
          <a:prstGeom prst="roundRect">
            <a:avLst>
              <a:gd name="adj" fmla="val 7900"/>
            </a:avLst>
          </a:prstGeom>
          <a:solidFill>
            <a:srgbClr val="F5E6CC"/>
          </a:solidFill>
          <a:ln/>
        </p:spPr>
      </p:sp>
      <p:sp>
        <p:nvSpPr>
          <p:cNvPr id="3" name="Text 1"/>
          <p:cNvSpPr/>
          <p:nvPr/>
        </p:nvSpPr>
        <p:spPr>
          <a:xfrm>
            <a:off x="752159" y="864195"/>
            <a:ext cx="1394782" cy="139005"/>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Public Sans Light" pitchFamily="34" charset="0"/>
                <a:ea typeface="Public Sans Light" pitchFamily="34" charset="-122"/>
                <a:cs typeface="Public Sans Light" pitchFamily="34" charset="-120"/>
              </a:rPr>
              <a:t>CONCLUSION</a:t>
            </a:r>
            <a:endParaRPr lang="en-US" sz="950" dirty="0"/>
          </a:p>
        </p:txBody>
      </p:sp>
      <p:sp>
        <p:nvSpPr>
          <p:cNvPr id="4" name="Text 2"/>
          <p:cNvSpPr/>
          <p:nvPr/>
        </p:nvSpPr>
        <p:spPr>
          <a:xfrm>
            <a:off x="661475" y="1096863"/>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0D0D0D"/>
                </a:solidFill>
                <a:latin typeface="Source Serif 4" pitchFamily="34" charset="0"/>
                <a:ea typeface="Source Serif 4" pitchFamily="34" charset="-122"/>
                <a:cs typeface="Source Serif 4" pitchFamily="34" charset="-120"/>
              </a:rPr>
              <a:t>Conclusion</a:t>
            </a:r>
            <a:endParaRPr lang="en-US" sz="2950" dirty="0"/>
          </a:p>
        </p:txBody>
      </p:sp>
      <p:sp>
        <p:nvSpPr>
          <p:cNvPr id="5" name="Text 3"/>
          <p:cNvSpPr/>
          <p:nvPr/>
        </p:nvSpPr>
        <p:spPr>
          <a:xfrm>
            <a:off x="661475" y="1750715"/>
            <a:ext cx="10868745" cy="381000"/>
          </a:xfrm>
          <a:prstGeom prst="rect">
            <a:avLst/>
          </a:prstGeom>
          <a:noFill/>
          <a:ln/>
        </p:spPr>
        <p:txBody>
          <a:bodyPr wrap="square" lIns="0" tIns="0" rIns="0" bIns="0" rtlCol="0" anchor="t">
            <a:normAutofit/>
          </a:bodyPr>
          <a:lstStyle/>
          <a:p>
            <a:pPr marL="0" indent="0" algn="l">
              <a:lnSpc>
                <a:spcPct val="105000"/>
              </a:lnSpc>
              <a:buNone/>
            </a:pPr>
            <a:r>
              <a:rPr lang="en-US" sz="1150" dirty="0">
                <a:solidFill>
                  <a:srgbClr val="1B365D"/>
                </a:solidFill>
                <a:latin typeface="Public Sans Light" pitchFamily="34" charset="0"/>
                <a:ea typeface="Public Sans Light" pitchFamily="34" charset="-122"/>
                <a:cs typeface="Public Sans Light" pitchFamily="34" charset="-120"/>
              </a:rPr>
              <a:t>License Hub demonstrates how a well-designed relational DBMS can transform a critical institutional pain point — software license chaos — into a governed, auditable, and efficient data management system.</a:t>
            </a:r>
            <a:endParaRPr lang="en-US" sz="1150" dirty="0"/>
          </a:p>
        </p:txBody>
      </p:sp>
      <p:sp>
        <p:nvSpPr>
          <p:cNvPr id="6" name="Shape 4"/>
          <p:cNvSpPr/>
          <p:nvPr/>
        </p:nvSpPr>
        <p:spPr>
          <a:xfrm>
            <a:off x="661475" y="2267744"/>
            <a:ext cx="5373851" cy="992188"/>
          </a:xfrm>
          <a:prstGeom prst="roundRect">
            <a:avLst>
              <a:gd name="adj" fmla="val 2286"/>
            </a:avLst>
          </a:prstGeom>
          <a:solidFill>
            <a:srgbClr val="1B365D"/>
          </a:solidFill>
          <a:ln/>
        </p:spPr>
      </p:sp>
      <p:sp>
        <p:nvSpPr>
          <p:cNvPr id="7" name="Text 5"/>
          <p:cNvSpPr/>
          <p:nvPr/>
        </p:nvSpPr>
        <p:spPr>
          <a:xfrm>
            <a:off x="812680" y="2418953"/>
            <a:ext cx="5071440" cy="23624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Source Serif 4" pitchFamily="34" charset="0"/>
                <a:ea typeface="Source Serif 4" pitchFamily="34" charset="-122"/>
                <a:cs typeface="Source Serif 4" pitchFamily="34" charset="-120"/>
              </a:rPr>
              <a:t>🗄️</a:t>
            </a:r>
            <a:r>
              <a:rPr lang="en-US" sz="1450" dirty="0">
                <a:solidFill>
                  <a:srgbClr val="FFFFFF"/>
                </a:solidFill>
                <a:latin typeface="Source Serif 4" pitchFamily="34" charset="0"/>
                <a:ea typeface="Source Serif 4" pitchFamily="34" charset="-122"/>
                <a:cs typeface="Source Serif 4" pitchFamily="34" charset="-120"/>
              </a:rPr>
              <a:t> Robust Design</a:t>
            </a:r>
            <a:endParaRPr lang="en-US" sz="1450" dirty="0"/>
          </a:p>
        </p:txBody>
      </p:sp>
      <p:sp>
        <p:nvSpPr>
          <p:cNvPr id="8" name="Text 6"/>
          <p:cNvSpPr/>
          <p:nvPr/>
        </p:nvSpPr>
        <p:spPr>
          <a:xfrm>
            <a:off x="812680" y="2727722"/>
            <a:ext cx="5071440" cy="381000"/>
          </a:xfrm>
          <a:prstGeom prst="rect">
            <a:avLst/>
          </a:prstGeom>
          <a:noFill/>
          <a:ln/>
        </p:spPr>
        <p:txBody>
          <a:bodyPr wrap="square" lIns="0" tIns="0" rIns="0" bIns="0" rtlCol="0" anchor="t">
            <a:normAutofit/>
          </a:bodyPr>
          <a:lstStyle/>
          <a:p>
            <a:pPr marL="0" indent="0" algn="l">
              <a:lnSpc>
                <a:spcPct val="105000"/>
              </a:lnSpc>
              <a:buNone/>
            </a:pPr>
            <a:r>
              <a:rPr lang="en-US" sz="1150" dirty="0">
                <a:solidFill>
                  <a:srgbClr val="FFFFFF"/>
                </a:solidFill>
                <a:latin typeface="Public Sans Light" pitchFamily="34" charset="0"/>
                <a:ea typeface="Public Sans Light" pitchFamily="34" charset="-122"/>
                <a:cs typeface="Public Sans Light" pitchFamily="34" charset="-120"/>
              </a:rPr>
              <a:t>8 normalized entities with clearly defined PKs, FKs, and 1:N relationships enforce data integrity and eliminate redundancy.</a:t>
            </a:r>
            <a:endParaRPr lang="en-US" sz="1150" dirty="0"/>
          </a:p>
        </p:txBody>
      </p:sp>
      <p:sp>
        <p:nvSpPr>
          <p:cNvPr id="9" name="Shape 7"/>
          <p:cNvSpPr/>
          <p:nvPr/>
        </p:nvSpPr>
        <p:spPr>
          <a:xfrm>
            <a:off x="6156270" y="2267744"/>
            <a:ext cx="5373950" cy="992188"/>
          </a:xfrm>
          <a:prstGeom prst="roundRect">
            <a:avLst>
              <a:gd name="adj" fmla="val 2286"/>
            </a:avLst>
          </a:prstGeom>
          <a:solidFill>
            <a:srgbClr val="1B365D"/>
          </a:solidFill>
          <a:ln/>
        </p:spPr>
      </p:sp>
      <p:sp>
        <p:nvSpPr>
          <p:cNvPr id="10" name="Text 8"/>
          <p:cNvSpPr/>
          <p:nvPr/>
        </p:nvSpPr>
        <p:spPr>
          <a:xfrm>
            <a:off x="6307476" y="2418953"/>
            <a:ext cx="5071539" cy="23624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Source Serif 4" pitchFamily="34" charset="0"/>
                <a:ea typeface="Source Serif 4" pitchFamily="34" charset="-122"/>
                <a:cs typeface="Source Serif 4" pitchFamily="34" charset="-120"/>
              </a:rPr>
              <a:t>⚖️</a:t>
            </a:r>
            <a:r>
              <a:rPr lang="en-US" sz="1450" dirty="0">
                <a:solidFill>
                  <a:srgbClr val="FFFFFF"/>
                </a:solidFill>
                <a:latin typeface="Source Serif 4" pitchFamily="34" charset="0"/>
                <a:ea typeface="Source Serif 4" pitchFamily="34" charset="-122"/>
                <a:cs typeface="Source Serif 4" pitchFamily="34" charset="-120"/>
              </a:rPr>
              <a:t> Compliance Ready</a:t>
            </a:r>
            <a:endParaRPr lang="en-US" sz="1450" dirty="0"/>
          </a:p>
        </p:txBody>
      </p:sp>
      <p:sp>
        <p:nvSpPr>
          <p:cNvPr id="11" name="Text 9"/>
          <p:cNvSpPr/>
          <p:nvPr/>
        </p:nvSpPr>
        <p:spPr>
          <a:xfrm>
            <a:off x="6307476" y="2727722"/>
            <a:ext cx="5071539" cy="381000"/>
          </a:xfrm>
          <a:prstGeom prst="rect">
            <a:avLst/>
          </a:prstGeom>
          <a:noFill/>
          <a:ln/>
        </p:spPr>
        <p:txBody>
          <a:bodyPr wrap="square" lIns="0" tIns="0" rIns="0" bIns="0" rtlCol="0" anchor="t">
            <a:normAutofit/>
          </a:bodyPr>
          <a:lstStyle/>
          <a:p>
            <a:pPr marL="0" indent="0" algn="l">
              <a:lnSpc>
                <a:spcPct val="105000"/>
              </a:lnSpc>
              <a:buNone/>
            </a:pPr>
            <a:r>
              <a:rPr lang="en-US" sz="1150" dirty="0">
                <a:solidFill>
                  <a:srgbClr val="FFFFFF"/>
                </a:solidFill>
                <a:latin typeface="Public Sans Light" pitchFamily="34" charset="0"/>
                <a:ea typeface="Public Sans Light" pitchFamily="34" charset="-122"/>
                <a:cs typeface="Public Sans Light" pitchFamily="34" charset="-120"/>
              </a:rPr>
              <a:t>Tracks license validity, installation counts, and renewal status — ensuring the institution never operates unlicensed software.</a:t>
            </a:r>
            <a:endParaRPr lang="en-US" sz="1150" dirty="0"/>
          </a:p>
        </p:txBody>
      </p:sp>
      <p:sp>
        <p:nvSpPr>
          <p:cNvPr id="12" name="Shape 10"/>
          <p:cNvSpPr/>
          <p:nvPr/>
        </p:nvSpPr>
        <p:spPr>
          <a:xfrm>
            <a:off x="661475" y="3380879"/>
            <a:ext cx="5373851" cy="992188"/>
          </a:xfrm>
          <a:prstGeom prst="roundRect">
            <a:avLst>
              <a:gd name="adj" fmla="val 2286"/>
            </a:avLst>
          </a:prstGeom>
          <a:solidFill>
            <a:srgbClr val="1B365D"/>
          </a:solidFill>
          <a:ln/>
        </p:spPr>
      </p:sp>
      <p:sp>
        <p:nvSpPr>
          <p:cNvPr id="13" name="Text 11"/>
          <p:cNvSpPr/>
          <p:nvPr/>
        </p:nvSpPr>
        <p:spPr>
          <a:xfrm>
            <a:off x="812680" y="3532088"/>
            <a:ext cx="5071440" cy="23624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Source Serif 4" pitchFamily="34" charset="0"/>
                <a:ea typeface="Source Serif 4" pitchFamily="34" charset="-122"/>
                <a:cs typeface="Source Serif 4" pitchFamily="34" charset="-120"/>
              </a:rPr>
              <a:t>🔁</a:t>
            </a:r>
            <a:r>
              <a:rPr lang="en-US" sz="1450" dirty="0">
                <a:solidFill>
                  <a:srgbClr val="FFFFFF"/>
                </a:solidFill>
                <a:latin typeface="Source Serif 4" pitchFamily="34" charset="0"/>
                <a:ea typeface="Source Serif 4" pitchFamily="34" charset="-122"/>
                <a:cs typeface="Source Serif 4" pitchFamily="34" charset="-120"/>
              </a:rPr>
              <a:t> Lifecycle Coverage</a:t>
            </a:r>
            <a:endParaRPr lang="en-US" sz="1450" dirty="0"/>
          </a:p>
        </p:txBody>
      </p:sp>
      <p:sp>
        <p:nvSpPr>
          <p:cNvPr id="14" name="Text 12"/>
          <p:cNvSpPr/>
          <p:nvPr/>
        </p:nvSpPr>
        <p:spPr>
          <a:xfrm>
            <a:off x="812680" y="3840857"/>
            <a:ext cx="5071440" cy="381000"/>
          </a:xfrm>
          <a:prstGeom prst="rect">
            <a:avLst/>
          </a:prstGeom>
          <a:noFill/>
          <a:ln/>
        </p:spPr>
        <p:txBody>
          <a:bodyPr wrap="square" lIns="0" tIns="0" rIns="0" bIns="0" rtlCol="0" anchor="t">
            <a:normAutofit/>
          </a:bodyPr>
          <a:lstStyle/>
          <a:p>
            <a:pPr marL="0" indent="0" algn="l">
              <a:lnSpc>
                <a:spcPct val="105000"/>
              </a:lnSpc>
              <a:buNone/>
            </a:pPr>
            <a:r>
              <a:rPr lang="en-US" sz="1150" dirty="0">
                <a:solidFill>
                  <a:srgbClr val="FFFFFF"/>
                </a:solidFill>
                <a:latin typeface="Public Sans Light" pitchFamily="34" charset="0"/>
                <a:ea typeface="Public Sans Light" pitchFamily="34" charset="-122"/>
                <a:cs typeface="Public Sans Light" pitchFamily="34" charset="-120"/>
              </a:rPr>
              <a:t>Covers the complete software asset lifecycle: procurement → licensing → installation → monitoring → renewal.</a:t>
            </a:r>
            <a:endParaRPr lang="en-US" sz="1150" dirty="0"/>
          </a:p>
        </p:txBody>
      </p:sp>
      <p:sp>
        <p:nvSpPr>
          <p:cNvPr id="15" name="Shape 13"/>
          <p:cNvSpPr/>
          <p:nvPr/>
        </p:nvSpPr>
        <p:spPr>
          <a:xfrm>
            <a:off x="6156270" y="3380879"/>
            <a:ext cx="5373950" cy="992188"/>
          </a:xfrm>
          <a:prstGeom prst="roundRect">
            <a:avLst>
              <a:gd name="adj" fmla="val 2286"/>
            </a:avLst>
          </a:prstGeom>
          <a:solidFill>
            <a:srgbClr val="1B365D"/>
          </a:solidFill>
          <a:ln/>
        </p:spPr>
      </p:sp>
      <p:sp>
        <p:nvSpPr>
          <p:cNvPr id="16" name="Text 14"/>
          <p:cNvSpPr/>
          <p:nvPr/>
        </p:nvSpPr>
        <p:spPr>
          <a:xfrm>
            <a:off x="6307476" y="3532088"/>
            <a:ext cx="5071539" cy="23624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Source Serif 4" pitchFamily="34" charset="0"/>
                <a:ea typeface="Source Serif 4" pitchFamily="34" charset="-122"/>
                <a:cs typeface="Source Serif 4" pitchFamily="34" charset="-120"/>
              </a:rPr>
              <a:t>📈</a:t>
            </a:r>
            <a:r>
              <a:rPr lang="en-US" sz="1450" dirty="0">
                <a:solidFill>
                  <a:srgbClr val="FFFFFF"/>
                </a:solidFill>
                <a:latin typeface="Source Serif 4" pitchFamily="34" charset="0"/>
                <a:ea typeface="Source Serif 4" pitchFamily="34" charset="-122"/>
                <a:cs typeface="Source Serif 4" pitchFamily="34" charset="-120"/>
              </a:rPr>
              <a:t> Scalable Architecture</a:t>
            </a:r>
            <a:endParaRPr lang="en-US" sz="1450" dirty="0"/>
          </a:p>
        </p:txBody>
      </p:sp>
      <p:sp>
        <p:nvSpPr>
          <p:cNvPr id="17" name="Text 15"/>
          <p:cNvSpPr/>
          <p:nvPr/>
        </p:nvSpPr>
        <p:spPr>
          <a:xfrm>
            <a:off x="6307476" y="3840857"/>
            <a:ext cx="5071539" cy="381000"/>
          </a:xfrm>
          <a:prstGeom prst="rect">
            <a:avLst/>
          </a:prstGeom>
          <a:noFill/>
          <a:ln/>
        </p:spPr>
        <p:txBody>
          <a:bodyPr wrap="square" lIns="0" tIns="0" rIns="0" bIns="0" rtlCol="0" anchor="t">
            <a:normAutofit/>
          </a:bodyPr>
          <a:lstStyle/>
          <a:p>
            <a:pPr marL="0" indent="0" algn="l">
              <a:lnSpc>
                <a:spcPct val="105000"/>
              </a:lnSpc>
              <a:buNone/>
            </a:pPr>
            <a:r>
              <a:rPr lang="en-US" sz="1150" dirty="0">
                <a:solidFill>
                  <a:srgbClr val="FFFFFF"/>
                </a:solidFill>
                <a:latin typeface="Public Sans Light" pitchFamily="34" charset="0"/>
                <a:ea typeface="Public Sans Light" pitchFamily="34" charset="-122"/>
                <a:cs typeface="Public Sans Light" pitchFamily="34" charset="-120"/>
              </a:rPr>
              <a:t>The relational schema scales easily to accommodate new departments, labs, vendors, and software without structural changes.</a:t>
            </a:r>
            <a:endParaRPr lang="en-US" sz="1150" dirty="0"/>
          </a:p>
        </p:txBody>
      </p:sp>
      <p:sp>
        <p:nvSpPr>
          <p:cNvPr id="18" name="Shape 16"/>
          <p:cNvSpPr/>
          <p:nvPr/>
        </p:nvSpPr>
        <p:spPr>
          <a:xfrm>
            <a:off x="661475" y="4546898"/>
            <a:ext cx="10868745" cy="19050"/>
          </a:xfrm>
          <a:prstGeom prst="roundRect">
            <a:avLst>
              <a:gd name="adj" fmla="val 49999"/>
            </a:avLst>
          </a:prstGeom>
          <a:solidFill>
            <a:srgbClr val="1B365D">
              <a:alpha val="50000"/>
            </a:srgbClr>
          </a:solidFill>
          <a:ln/>
        </p:spPr>
      </p:sp>
      <p:sp>
        <p:nvSpPr>
          <p:cNvPr id="19" name="Text 17"/>
          <p:cNvSpPr/>
          <p:nvPr/>
        </p:nvSpPr>
        <p:spPr>
          <a:xfrm>
            <a:off x="888283" y="4921151"/>
            <a:ext cx="10641937" cy="283468"/>
          </a:xfrm>
          <a:prstGeom prst="rect">
            <a:avLst/>
          </a:prstGeom>
          <a:noFill/>
          <a:ln/>
        </p:spPr>
        <p:txBody>
          <a:bodyPr wrap="none" lIns="0" tIns="0" rIns="0" bIns="0" rtlCol="0" anchor="t"/>
          <a:lstStyle/>
          <a:p>
            <a:pPr marL="0" indent="0" algn="ctr">
              <a:lnSpc>
                <a:spcPct val="104000"/>
              </a:lnSpc>
              <a:buNone/>
            </a:pPr>
            <a:r>
              <a:rPr lang="en-US" sz="1750" dirty="0">
                <a:solidFill>
                  <a:srgbClr val="0D0D0D"/>
                </a:solidFill>
                <a:latin typeface="Source Serif 4" pitchFamily="34" charset="0"/>
                <a:ea typeface="Source Serif 4" pitchFamily="34" charset="-122"/>
                <a:cs typeface="Source Serif 4" pitchFamily="34" charset="-120"/>
              </a:rPr>
              <a:t>Thank You!</a:t>
            </a:r>
            <a:endParaRPr lang="en-US" sz="1750" dirty="0"/>
          </a:p>
        </p:txBody>
      </p:sp>
      <p:sp>
        <p:nvSpPr>
          <p:cNvPr id="20" name="Text 18"/>
          <p:cNvSpPr/>
          <p:nvPr/>
        </p:nvSpPr>
        <p:spPr>
          <a:xfrm>
            <a:off x="888283" y="5385991"/>
            <a:ext cx="10641937" cy="517029"/>
          </a:xfrm>
          <a:prstGeom prst="rect">
            <a:avLst/>
          </a:prstGeom>
          <a:noFill/>
          <a:ln/>
        </p:spPr>
        <p:txBody>
          <a:bodyPr wrap="square" lIns="0" tIns="0" rIns="0" bIns="0" rtlCol="0" anchor="t"/>
          <a:lstStyle/>
          <a:p>
            <a:pPr marL="0" indent="0" algn="ctr">
              <a:lnSpc>
                <a:spcPct val="105000"/>
              </a:lnSpc>
              <a:spcAft>
                <a:spcPts val="1050"/>
              </a:spcAft>
              <a:buNone/>
            </a:pPr>
            <a:r>
              <a:rPr lang="en-US" sz="1150" i="1" dirty="0">
                <a:solidFill>
                  <a:srgbClr val="1B365D"/>
                </a:solidFill>
                <a:latin typeface="Public Sans Light" pitchFamily="34" charset="0"/>
                <a:ea typeface="Public Sans Light" pitchFamily="34" charset="-122"/>
                <a:cs typeface="Public Sans Light" pitchFamily="34" charset="-120"/>
              </a:rPr>
              <a:t>"License Hub — Bringing order, compliance, and clarity to institutional software management."</a:t>
            </a:r>
            <a:endParaRPr lang="en-US" sz="1150" dirty="0"/>
          </a:p>
          <a:p>
            <a:pPr marL="0" indent="0" algn="ctr">
              <a:lnSpc>
                <a:spcPct val="105000"/>
              </a:lnSpc>
              <a:buNone/>
            </a:pPr>
            <a:r>
              <a:rPr lang="en-US" sz="1150" b="1" dirty="0">
                <a:solidFill>
                  <a:srgbClr val="1B365D"/>
                </a:solidFill>
                <a:latin typeface="Public Sans Bold" pitchFamily="34" charset="0"/>
                <a:ea typeface="Public Sans Bold" pitchFamily="34" charset="-122"/>
                <a:cs typeface="Public Sans Bold" pitchFamily="34" charset="-120"/>
              </a:rPr>
              <a:t>We welcome your questions and feedback.</a:t>
            </a:r>
            <a:endParaRPr lang="en-US" sz="1150" dirty="0"/>
          </a:p>
        </p:txBody>
      </p:sp>
      <p:sp>
        <p:nvSpPr>
          <p:cNvPr id="21" name="Shape 19"/>
          <p:cNvSpPr/>
          <p:nvPr/>
        </p:nvSpPr>
        <p:spPr>
          <a:xfrm>
            <a:off x="661475" y="4739779"/>
            <a:ext cx="19050" cy="1299270"/>
          </a:xfrm>
          <a:prstGeom prst="roundRect">
            <a:avLst>
              <a:gd name="adj" fmla="val 49999"/>
            </a:avLst>
          </a:prstGeom>
          <a:solidFill>
            <a:srgbClr val="1B365D"/>
          </a:solidFill>
          <a:ln/>
        </p:spPr>
      </p:sp>
      <mc:AlternateContent xmlns:mc="http://schemas.openxmlformats.org/markup-compatibility/2006" xmlns:p14="http://schemas.microsoft.com/office/powerpoint/2010/main">
        <mc:Choice Requires="p14">
          <p:contentPart p14:bwMode="auto" r:id="rId3">
            <p14:nvContentPartPr>
              <p14:cNvPr id="23" name="Ink 22">
                <a:extLst>
                  <a:ext uri="{FF2B5EF4-FFF2-40B4-BE49-F238E27FC236}">
                    <a16:creationId xmlns:a16="http://schemas.microsoft.com/office/drawing/2014/main" id="{B1C70A33-C48E-3795-3DA1-E2E9222340C4}"/>
                  </a:ext>
                </a:extLst>
              </p14:cNvPr>
              <p14:cNvContentPartPr/>
              <p14:nvPr/>
            </p14:nvContentPartPr>
            <p14:xfrm>
              <a:off x="11028512" y="6643190"/>
              <a:ext cx="989280" cy="28440"/>
            </p14:xfrm>
          </p:contentPart>
        </mc:Choice>
        <mc:Fallback xmlns="">
          <p:pic>
            <p:nvPicPr>
              <p:cNvPr id="23" name="Ink 22">
                <a:extLst>
                  <a:ext uri="{FF2B5EF4-FFF2-40B4-BE49-F238E27FC236}">
                    <a16:creationId xmlns:a16="http://schemas.microsoft.com/office/drawing/2014/main" id="{B1C70A33-C48E-3795-3DA1-E2E9222340C4}"/>
                  </a:ext>
                </a:extLst>
              </p:cNvPr>
              <p:cNvPicPr/>
              <p:nvPr/>
            </p:nvPicPr>
            <p:blipFill>
              <a:blip r:embed="rId4"/>
              <a:stretch>
                <a:fillRect/>
              </a:stretch>
            </p:blipFill>
            <p:spPr>
              <a:xfrm>
                <a:off x="10965512" y="6580190"/>
                <a:ext cx="111492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4" name="Ink 23">
                <a:extLst>
                  <a:ext uri="{FF2B5EF4-FFF2-40B4-BE49-F238E27FC236}">
                    <a16:creationId xmlns:a16="http://schemas.microsoft.com/office/drawing/2014/main" id="{CBCCFD1A-DB9D-BC82-CAD9-2183E8E00731}"/>
                  </a:ext>
                </a:extLst>
              </p14:cNvPr>
              <p14:cNvContentPartPr/>
              <p14:nvPr/>
            </p14:nvContentPartPr>
            <p14:xfrm>
              <a:off x="11158832" y="6708710"/>
              <a:ext cx="915120" cy="66240"/>
            </p14:xfrm>
          </p:contentPart>
        </mc:Choice>
        <mc:Fallback xmlns="">
          <p:pic>
            <p:nvPicPr>
              <p:cNvPr id="24" name="Ink 23">
                <a:extLst>
                  <a:ext uri="{FF2B5EF4-FFF2-40B4-BE49-F238E27FC236}">
                    <a16:creationId xmlns:a16="http://schemas.microsoft.com/office/drawing/2014/main" id="{CBCCFD1A-DB9D-BC82-CAD9-2183E8E00731}"/>
                  </a:ext>
                </a:extLst>
              </p:cNvPr>
              <p:cNvPicPr/>
              <p:nvPr/>
            </p:nvPicPr>
            <p:blipFill>
              <a:blip r:embed="rId6"/>
              <a:stretch>
                <a:fillRect/>
              </a:stretch>
            </p:blipFill>
            <p:spPr>
              <a:xfrm>
                <a:off x="11096192" y="6645710"/>
                <a:ext cx="10407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AFA62CE7-D661-3B27-D28D-F7BC48ECFF58}"/>
                  </a:ext>
                </a:extLst>
              </p14:cNvPr>
              <p14:cNvContentPartPr/>
              <p14:nvPr/>
            </p14:nvContentPartPr>
            <p14:xfrm>
              <a:off x="11140472" y="6614331"/>
              <a:ext cx="933480" cy="84960"/>
            </p14:xfrm>
          </p:contentPart>
        </mc:Choice>
        <mc:Fallback xmlns="">
          <p:pic>
            <p:nvPicPr>
              <p:cNvPr id="25" name="Ink 24">
                <a:extLst>
                  <a:ext uri="{FF2B5EF4-FFF2-40B4-BE49-F238E27FC236}">
                    <a16:creationId xmlns:a16="http://schemas.microsoft.com/office/drawing/2014/main" id="{AFA62CE7-D661-3B27-D28D-F7BC48ECFF58}"/>
                  </a:ext>
                </a:extLst>
              </p:cNvPr>
              <p:cNvPicPr/>
              <p:nvPr/>
            </p:nvPicPr>
            <p:blipFill>
              <a:blip r:embed="rId8"/>
              <a:stretch>
                <a:fillRect/>
              </a:stretch>
            </p:blipFill>
            <p:spPr>
              <a:xfrm>
                <a:off x="11077832" y="6551691"/>
                <a:ext cx="1059120" cy="21060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A69392-4FDD-E97E-3931-EBCEF0C5B18B}"/>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2130483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1228</Words>
  <Application>Microsoft Office PowerPoint</Application>
  <PresentationFormat>Widescreen</PresentationFormat>
  <Paragraphs>130</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Public Sans Light</vt:lpstr>
      <vt:lpstr>Public Sans Bold</vt:lpstr>
      <vt:lpstr>Source Serif 4</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palani balarkananda</cp:lastModifiedBy>
  <cp:revision>22</cp:revision>
  <dcterms:created xsi:type="dcterms:W3CDTF">2026-08-11T18:21:52Z</dcterms:created>
  <dcterms:modified xsi:type="dcterms:W3CDTF">2026-08-27T06:04:58Z</dcterms:modified>
</cp:coreProperties>
</file>